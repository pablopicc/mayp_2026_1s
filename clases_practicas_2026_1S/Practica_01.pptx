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4" r:id="rId2"/>
    <p:sldId id="266" r:id="rId3"/>
    <p:sldId id="257" r:id="rId4"/>
    <p:sldId id="267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256A1-0F15-49F9-B42B-2BB9AD45882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B600E-53C5-4843-B118-204E5FF9A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41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274322" y="2004443"/>
            <a:ext cx="82296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 sz="2600" b="1">
                <a:solidFill>
                  <a:srgbClr val="323232"/>
                </a:solidFill>
              </a:defRPr>
            </a:pPr>
            <a:r>
              <a:rPr lang="es-AR" sz="2800" dirty="0"/>
              <a:t>M</a:t>
            </a:r>
            <a:r>
              <a:rPr lang="en-US" sz="2800" dirty="0" err="1"/>
              <a:t>étodos</a:t>
            </a:r>
            <a:r>
              <a:rPr lang="en-US" sz="2800" dirty="0"/>
              <a:t> </a:t>
            </a:r>
            <a:r>
              <a:rPr lang="en-US" sz="2800" dirty="0" err="1"/>
              <a:t>Analíticos</a:t>
            </a:r>
            <a:r>
              <a:rPr lang="en-US" sz="2800" dirty="0"/>
              <a:t> y </a:t>
            </a:r>
            <a:r>
              <a:rPr lang="en-US" sz="2800" dirty="0" err="1"/>
              <a:t>Programación</a:t>
            </a:r>
            <a:endParaRPr lang="en-US" sz="2800" dirty="0"/>
          </a:p>
        </p:txBody>
      </p:sp>
      <p:sp>
        <p:nvSpPr>
          <p:cNvPr id="93" name="Google Shape;93;p14"/>
          <p:cNvSpPr txBox="1"/>
          <p:nvPr/>
        </p:nvSpPr>
        <p:spPr>
          <a:xfrm>
            <a:off x="1918345" y="2941405"/>
            <a:ext cx="55640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Daniela Longas – M Victoria Tolosa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470787" y="3743243"/>
            <a:ext cx="22024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Clase </a:t>
            </a:r>
            <a:r>
              <a:rPr lang="en-US" sz="24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Práctica</a:t>
            </a:r>
            <a:r>
              <a:rPr lang="en-US" sz="24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F2884-8A16-8FF1-2B72-A05F9351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4EBEAE-C9DC-1EA1-835E-F43A16C50AD5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214931-F171-B925-6B12-30F9A6BC58BC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23EAAE-D642-4A08-283E-31D9527DE320}"/>
              </a:ext>
            </a:extLst>
          </p:cNvPr>
          <p:cNvSpPr txBox="1"/>
          <p:nvPr/>
        </p:nvSpPr>
        <p:spPr>
          <a:xfrm>
            <a:off x="365760" y="731520"/>
            <a:ext cx="308097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23232"/>
                </a:solidFill>
              </a:defRPr>
            </a:pPr>
            <a:r>
              <a:rPr lang="es-AR" dirty="0"/>
              <a:t>Intérprete de Python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2014FE-7761-D14A-400E-B2CEB2FCA519}"/>
              </a:ext>
            </a:extLst>
          </p:cNvPr>
          <p:cNvSpPr txBox="1"/>
          <p:nvPr/>
        </p:nvSpPr>
        <p:spPr>
          <a:xfrm>
            <a:off x="457200" y="1645920"/>
            <a:ext cx="823451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Para las y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no </a:t>
            </a:r>
            <a:r>
              <a:rPr lang="en-US" dirty="0" err="1"/>
              <a:t>pudieron</a:t>
            </a:r>
            <a:r>
              <a:rPr lang="en-US" dirty="0"/>
              <a:t> </a:t>
            </a:r>
            <a:r>
              <a:rPr lang="en-US" dirty="0" err="1"/>
              <a:t>instalar</a:t>
            </a:r>
            <a:r>
              <a:rPr lang="en-US" dirty="0"/>
              <a:t> Python, </a:t>
            </a:r>
            <a:r>
              <a:rPr lang="en-US" dirty="0" err="1"/>
              <a:t>resolveremos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Foro de </a:t>
            </a:r>
            <a:r>
              <a:rPr lang="en-US" dirty="0" err="1"/>
              <a:t>consultas</a:t>
            </a:r>
            <a:r>
              <a:rPr lang="en-US" dirty="0"/>
              <a:t> del Campus. </a:t>
            </a:r>
            <a:r>
              <a:rPr lang="en-US" dirty="0" err="1"/>
              <a:t>Brindar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siguientes</a:t>
            </a:r>
            <a:r>
              <a:rPr lang="en-US" dirty="0"/>
              <a:t> </a:t>
            </a:r>
            <a:r>
              <a:rPr lang="en-US" dirty="0" err="1"/>
              <a:t>detalles</a:t>
            </a:r>
            <a:r>
              <a:rPr lang="en-US" dirty="0"/>
              <a:t>: </a:t>
            </a:r>
          </a:p>
          <a:p>
            <a:endParaRPr lang="en-US" dirty="0"/>
          </a:p>
          <a:p>
            <a:r>
              <a:rPr lang="en-US" dirty="0"/>
              <a:t>•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tuvieron</a:t>
            </a:r>
            <a:r>
              <a:rPr lang="en-US" dirty="0"/>
              <a:t>, </a:t>
            </a:r>
          </a:p>
          <a:p>
            <a:r>
              <a:rPr lang="en-US" dirty="0"/>
              <a:t>• </a:t>
            </a:r>
            <a:r>
              <a:rPr lang="en-US" dirty="0" err="1"/>
              <a:t>qué</a:t>
            </a:r>
            <a:r>
              <a:rPr lang="en-US" dirty="0"/>
              <a:t> Sistema </a:t>
            </a:r>
            <a:r>
              <a:rPr lang="en-US" dirty="0" err="1"/>
              <a:t>Operativo</a:t>
            </a:r>
            <a:r>
              <a:rPr lang="en-US" dirty="0"/>
              <a:t> </a:t>
            </a:r>
            <a:r>
              <a:rPr lang="en-US" dirty="0" err="1"/>
              <a:t>tienen</a:t>
            </a:r>
            <a:r>
              <a:rPr lang="en-US" dirty="0"/>
              <a:t> </a:t>
            </a:r>
            <a:r>
              <a:rPr lang="en-US" dirty="0" err="1"/>
              <a:t>instalado</a:t>
            </a:r>
            <a:r>
              <a:rPr lang="en-US" dirty="0"/>
              <a:t>, </a:t>
            </a:r>
          </a:p>
          <a:p>
            <a:r>
              <a:rPr lang="en-US" dirty="0"/>
              <a:t>•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captura</a:t>
            </a:r>
            <a:r>
              <a:rPr lang="en-US" dirty="0"/>
              <a:t> de </a:t>
            </a:r>
            <a:r>
              <a:rPr lang="en-US" dirty="0" err="1"/>
              <a:t>pantalla</a:t>
            </a:r>
            <a:r>
              <a:rPr lang="en-US" dirty="0"/>
              <a:t> con </a:t>
            </a:r>
            <a:r>
              <a:rPr lang="en-US" dirty="0" err="1"/>
              <a:t>el</a:t>
            </a:r>
            <a:r>
              <a:rPr lang="en-US" dirty="0"/>
              <a:t> error o </a:t>
            </a:r>
            <a:r>
              <a:rPr lang="en-US" dirty="0" err="1"/>
              <a:t>problema</a:t>
            </a:r>
            <a:endParaRPr lang="en-US" dirty="0"/>
          </a:p>
          <a:p>
            <a:endParaRPr lang="en-US" dirty="0"/>
          </a:p>
          <a:p>
            <a:endParaRPr lang="en-US" b="1" dirty="0"/>
          </a:p>
          <a:p>
            <a:r>
              <a:rPr lang="es-ES" i="1" dirty="0"/>
              <a:t>Modalidad de la clase</a:t>
            </a:r>
            <a:r>
              <a:rPr lang="es-ES" dirty="0"/>
              <a:t>: </a:t>
            </a:r>
          </a:p>
          <a:p>
            <a:pPr marL="342900" indent="-342900">
              <a:buAutoNum type="arabicPeriod"/>
            </a:pPr>
            <a:r>
              <a:rPr lang="es-ES" dirty="0"/>
              <a:t>Presentación del enunciado de un ejercicio. </a:t>
            </a:r>
          </a:p>
          <a:p>
            <a:pPr marL="342900" indent="-342900">
              <a:buAutoNum type="arabicPeriod"/>
            </a:pPr>
            <a:r>
              <a:rPr lang="es-ES" dirty="0"/>
              <a:t>Resolución individual o en grupos. </a:t>
            </a:r>
          </a:p>
          <a:p>
            <a:pPr marL="342900" indent="-342900">
              <a:buAutoNum type="arabicPeriod"/>
            </a:pPr>
            <a:r>
              <a:rPr lang="es-ES" dirty="0"/>
              <a:t>Puesta en común de parte del ejercicio y resolución de dudas.</a:t>
            </a:r>
          </a:p>
          <a:p>
            <a:pPr marL="342900" indent="-342900">
              <a:buAutoNum type="arabicPeriod"/>
            </a:pPr>
            <a:r>
              <a:rPr lang="es-ES" dirty="0"/>
              <a:t>Repetir desde 1 hasta el final de la clase</a:t>
            </a:r>
            <a:endParaRPr b="1" dirty="0"/>
          </a:p>
        </p:txBody>
      </p:sp>
      <p:pic>
        <p:nvPicPr>
          <p:cNvPr id="9" name="Google Shape;114;p16" descr="di_tella2.png">
            <a:extLst>
              <a:ext uri="{FF2B5EF4-FFF2-40B4-BE49-F238E27FC236}">
                <a16:creationId xmlns:a16="http://schemas.microsoft.com/office/drawing/2014/main" id="{75FDE8FE-A591-27B7-5193-A06153BF6CE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3;p17">
            <a:extLst>
              <a:ext uri="{FF2B5EF4-FFF2-40B4-BE49-F238E27FC236}">
                <a16:creationId xmlns:a16="http://schemas.microsoft.com/office/drawing/2014/main" id="{457BE8E0-A763-2271-096C-D8CCA5880D2C}"/>
              </a:ext>
            </a:extLst>
          </p:cNvPr>
          <p:cNvSpPr txBox="1"/>
          <p:nvPr/>
        </p:nvSpPr>
        <p:spPr>
          <a:xfrm>
            <a:off x="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Daniela Longas – M Victoria Tolosa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79;p22">
            <a:extLst>
              <a:ext uri="{FF2B5EF4-FFF2-40B4-BE49-F238E27FC236}">
                <a16:creationId xmlns:a16="http://schemas.microsoft.com/office/drawing/2014/main" id="{D3CCF6B9-0776-BEEC-2966-B8A2BE9F8E8A}"/>
              </a:ext>
            </a:extLst>
          </p:cNvPr>
          <p:cNvSpPr txBox="1"/>
          <p:nvPr/>
        </p:nvSpPr>
        <p:spPr>
          <a:xfrm>
            <a:off x="274320" y="1371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 err="1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1400" b="1" i="0" u="none" strike="noStrike" cap="none" dirty="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u="none" strike="noStrike" cap="none" dirty="0" err="1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Analíticos</a:t>
            </a:r>
            <a:r>
              <a:rPr lang="en-US" sz="1400" b="1" i="0" u="none" strike="noStrike" cap="none" dirty="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400" b="1" i="0" u="none" strike="noStrike" cap="none" dirty="0" err="1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Programación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3051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2210" y="611407"/>
            <a:ext cx="157934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23232"/>
                </a:solidFill>
              </a:defRPr>
            </a:pPr>
            <a:r>
              <a:rPr lang="es-AR" dirty="0"/>
              <a:t>Ejercicio 1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01134" y="1093939"/>
            <a:ext cx="84970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endParaRPr lang="en-US" dirty="0"/>
          </a:p>
        </p:txBody>
      </p:sp>
      <p:pic>
        <p:nvPicPr>
          <p:cNvPr id="9" name="Google Shape;114;p16" descr="di_tella2.png">
            <a:extLst>
              <a:ext uri="{FF2B5EF4-FFF2-40B4-BE49-F238E27FC236}">
                <a16:creationId xmlns:a16="http://schemas.microsoft.com/office/drawing/2014/main" id="{5C0E68BE-07DB-C882-EE5A-D659BBCF7AD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3;p17">
            <a:extLst>
              <a:ext uri="{FF2B5EF4-FFF2-40B4-BE49-F238E27FC236}">
                <a16:creationId xmlns:a16="http://schemas.microsoft.com/office/drawing/2014/main" id="{62962093-1C10-D08E-8E16-6D44CC2AC34B}"/>
              </a:ext>
            </a:extLst>
          </p:cNvPr>
          <p:cNvSpPr txBox="1"/>
          <p:nvPr/>
        </p:nvSpPr>
        <p:spPr>
          <a:xfrm>
            <a:off x="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Daniela Longas – M Victoria Tolosa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79;p22">
            <a:extLst>
              <a:ext uri="{FF2B5EF4-FFF2-40B4-BE49-F238E27FC236}">
                <a16:creationId xmlns:a16="http://schemas.microsoft.com/office/drawing/2014/main" id="{BB7BC538-7413-D764-D35F-BFE982D8B163}"/>
              </a:ext>
            </a:extLst>
          </p:cNvPr>
          <p:cNvSpPr txBox="1"/>
          <p:nvPr/>
        </p:nvSpPr>
        <p:spPr>
          <a:xfrm>
            <a:off x="274320" y="1371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 err="1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1400" b="1" i="0" u="none" strike="noStrike" cap="none" dirty="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u="none" strike="noStrike" cap="none" dirty="0" err="1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Analíticos</a:t>
            </a:r>
            <a:r>
              <a:rPr lang="en-US" sz="1400" b="1" i="0" u="none" strike="noStrike" cap="none" dirty="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400" b="1" i="0" u="none" strike="noStrike" cap="none" dirty="0" err="1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Programación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43A917-6C66-1DFD-32BC-AC797989B45A}"/>
              </a:ext>
            </a:extLst>
          </p:cNvPr>
          <p:cNvSpPr txBox="1"/>
          <p:nvPr/>
        </p:nvSpPr>
        <p:spPr>
          <a:xfrm>
            <a:off x="580103" y="1258528"/>
            <a:ext cx="83180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a) </a:t>
            </a:r>
            <a:r>
              <a:rPr lang="en-US" dirty="0" err="1"/>
              <a:t>Escribir</a:t>
            </a:r>
            <a:r>
              <a:rPr lang="en-US" dirty="0"/>
              <a:t> un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imprima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consola</a:t>
            </a:r>
            <a:r>
              <a:rPr lang="en-US" dirty="0"/>
              <a:t> de </a:t>
            </a:r>
            <a:r>
              <a:rPr lang="en-US" dirty="0" err="1"/>
              <a:t>Ipython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texto</a:t>
            </a:r>
            <a:r>
              <a:rPr lang="en-US" dirty="0"/>
              <a:t> ’MAP’.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b) </a:t>
            </a:r>
            <a:r>
              <a:rPr lang="en-US" dirty="0" err="1"/>
              <a:t>Evaluar</a:t>
            </a:r>
            <a:r>
              <a:rPr lang="en-US" dirty="0"/>
              <a:t> las </a:t>
            </a:r>
            <a:r>
              <a:rPr lang="en-US" dirty="0" err="1"/>
              <a:t>siguientes</a:t>
            </a:r>
            <a:r>
              <a:rPr lang="en-US" dirty="0"/>
              <a:t> </a:t>
            </a:r>
            <a:r>
              <a:rPr lang="en-US" dirty="0" err="1"/>
              <a:t>expresiones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consola</a:t>
            </a:r>
            <a:r>
              <a:rPr lang="en-US" dirty="0"/>
              <a:t> de </a:t>
            </a:r>
            <a:r>
              <a:rPr lang="en-US" dirty="0" err="1"/>
              <a:t>IPython</a:t>
            </a:r>
            <a:r>
              <a:rPr lang="en-US" dirty="0"/>
              <a:t>. </a:t>
            </a:r>
            <a:r>
              <a:rPr lang="en-US" dirty="0" err="1"/>
              <a:t>Prestar</a:t>
            </a:r>
            <a:r>
              <a:rPr lang="en-US" dirty="0"/>
              <a:t> especial </a:t>
            </a:r>
            <a:r>
              <a:rPr lang="en-US" dirty="0" err="1"/>
              <a:t>atención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últimos</a:t>
            </a:r>
            <a:r>
              <a:rPr lang="en-US" dirty="0"/>
              <a:t> dos puntos: 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4+ 3 </a:t>
            </a:r>
          </a:p>
          <a:p>
            <a:pPr marL="342900" indent="-342900">
              <a:buAutoNum type="arabicPeriod"/>
            </a:pPr>
            <a:r>
              <a:rPr lang="en-US" dirty="0"/>
              <a:t>25.0/5.0 </a:t>
            </a:r>
          </a:p>
          <a:p>
            <a:pPr marL="342900" indent="-342900">
              <a:buAutoNum type="arabicPeriod"/>
            </a:pPr>
            <a:r>
              <a:rPr lang="en-US" dirty="0"/>
              <a:t>18/6 </a:t>
            </a:r>
          </a:p>
          <a:p>
            <a:pPr marL="342900" indent="-342900">
              <a:buAutoNum type="arabicPeriod"/>
            </a:pPr>
            <a:r>
              <a:rPr lang="en-US" dirty="0"/>
              <a:t>13/0 </a:t>
            </a:r>
          </a:p>
          <a:p>
            <a:pPr marL="342900" indent="-342900">
              <a:buAutoNum type="arabicPeriod"/>
            </a:pPr>
            <a:r>
              <a:rPr lang="en-US" dirty="0"/>
              <a:t>'4' +'3’ </a:t>
            </a:r>
          </a:p>
          <a:p>
            <a:pPr marL="342900" indent="-342900">
              <a:buAutoNum type="arabicPeriod"/>
            </a:pPr>
            <a:r>
              <a:rPr lang="en-US" dirty="0"/>
              <a:t>4+ '3’ </a:t>
            </a:r>
          </a:p>
          <a:p>
            <a:pPr marL="342900" indent="-342900">
              <a:buAutoNum type="arabicPeriod" startAt="7"/>
            </a:pPr>
            <a:r>
              <a:rPr lang="en-US" dirty="0"/>
              <a:t>4==3 </a:t>
            </a:r>
          </a:p>
          <a:p>
            <a:pPr marL="342900" indent="-342900">
              <a:buAutoNum type="arabicPeriod" startAt="7"/>
            </a:pPr>
            <a:r>
              <a:rPr lang="en-US" dirty="0"/>
              <a:t>7.0 &lt;=8.0 </a:t>
            </a:r>
          </a:p>
          <a:p>
            <a:pPr marL="342900" indent="-342900">
              <a:buAutoNum type="arabicPeriod" startAt="7"/>
            </a:pPr>
            <a:r>
              <a:rPr lang="en-US" dirty="0"/>
              <a:t>3.0 &lt;=3.0000000000000001 </a:t>
            </a:r>
          </a:p>
          <a:p>
            <a:pPr marL="342900" indent="-342900">
              <a:buAutoNum type="arabicPeriod" startAt="7"/>
            </a:pPr>
            <a:r>
              <a:rPr lang="en-US" dirty="0"/>
              <a:t>3.0 &lt;3.0000000000000001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3FAE2-369D-1EA8-F240-9C2FDC9F8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7A24D2-B9B2-215D-E347-A4045261FF59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5F32B7-7E33-6CE1-917F-0B78D1C93531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77711-4E0A-363B-AA1A-E9B33ABEAB0A}"/>
              </a:ext>
            </a:extLst>
          </p:cNvPr>
          <p:cNvSpPr txBox="1"/>
          <p:nvPr/>
        </p:nvSpPr>
        <p:spPr>
          <a:xfrm>
            <a:off x="212210" y="611407"/>
            <a:ext cx="157934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23232"/>
                </a:solidFill>
              </a:defRPr>
            </a:pPr>
            <a:r>
              <a:rPr lang="es-AR" dirty="0"/>
              <a:t>Ejercicio 2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D002AE-0BE8-8868-FDF9-B7094F95BC64}"/>
              </a:ext>
            </a:extLst>
          </p:cNvPr>
          <p:cNvSpPr txBox="1"/>
          <p:nvPr/>
        </p:nvSpPr>
        <p:spPr>
          <a:xfrm>
            <a:off x="401134" y="1093939"/>
            <a:ext cx="84970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endParaRPr lang="en-US" dirty="0"/>
          </a:p>
        </p:txBody>
      </p:sp>
      <p:pic>
        <p:nvPicPr>
          <p:cNvPr id="9" name="Google Shape;114;p16" descr="di_tella2.png">
            <a:extLst>
              <a:ext uri="{FF2B5EF4-FFF2-40B4-BE49-F238E27FC236}">
                <a16:creationId xmlns:a16="http://schemas.microsoft.com/office/drawing/2014/main" id="{79095785-30B0-A861-6D4C-FC46A0D25A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3;p17">
            <a:extLst>
              <a:ext uri="{FF2B5EF4-FFF2-40B4-BE49-F238E27FC236}">
                <a16:creationId xmlns:a16="http://schemas.microsoft.com/office/drawing/2014/main" id="{9969D261-5071-2FAE-451F-E70E5CC9E32A}"/>
              </a:ext>
            </a:extLst>
          </p:cNvPr>
          <p:cNvSpPr txBox="1"/>
          <p:nvPr/>
        </p:nvSpPr>
        <p:spPr>
          <a:xfrm>
            <a:off x="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Daniela Longas – M Victoria Tolosa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79;p22">
            <a:extLst>
              <a:ext uri="{FF2B5EF4-FFF2-40B4-BE49-F238E27FC236}">
                <a16:creationId xmlns:a16="http://schemas.microsoft.com/office/drawing/2014/main" id="{A9ED12CC-3BDD-E564-D23D-225CF61081BB}"/>
              </a:ext>
            </a:extLst>
          </p:cNvPr>
          <p:cNvSpPr txBox="1"/>
          <p:nvPr/>
        </p:nvSpPr>
        <p:spPr>
          <a:xfrm>
            <a:off x="274320" y="1371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 err="1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1400" b="1" i="0" u="none" strike="noStrike" cap="none" dirty="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u="none" strike="noStrike" cap="none" dirty="0" err="1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Analíticos</a:t>
            </a:r>
            <a:r>
              <a:rPr lang="en-US" sz="1400" b="1" i="0" u="none" strike="noStrike" cap="none" dirty="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400" b="1" i="0" u="none" strike="noStrike" cap="none" dirty="0" err="1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Programación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8CF889-399A-5EFC-274A-231C33DA2645}"/>
              </a:ext>
            </a:extLst>
          </p:cNvPr>
          <p:cNvSpPr txBox="1"/>
          <p:nvPr/>
        </p:nvSpPr>
        <p:spPr>
          <a:xfrm>
            <a:off x="274320" y="1464483"/>
            <a:ext cx="8318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R</a:t>
            </a:r>
            <a:r>
              <a:rPr lang="en-US" dirty="0" err="1"/>
              <a:t>esolver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ejercicios</a:t>
            </a:r>
            <a:r>
              <a:rPr lang="en-US" dirty="0"/>
              <a:t> </a:t>
            </a:r>
            <a:r>
              <a:rPr lang="en-US" dirty="0" err="1"/>
              <a:t>propuestos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“</a:t>
            </a:r>
            <a:r>
              <a:rPr lang="en-US" i="1" dirty="0"/>
              <a:t>practica_01.py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3990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07039"/>
            <a:ext cx="213821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23232"/>
                </a:solidFill>
              </a:defRPr>
            </a:pPr>
            <a:r>
              <a:rPr lang="es-AR" dirty="0"/>
              <a:t>A modo cierre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82880" y="1088529"/>
            <a:ext cx="89611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Hoy vimos:</a:t>
            </a:r>
          </a:p>
          <a:p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Cómo evaluar expresiones con la consola </a:t>
            </a:r>
            <a:r>
              <a:rPr lang="es-AR" dirty="0" err="1"/>
              <a:t>Ipython</a:t>
            </a:r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Funciones con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El uso de </a:t>
            </a:r>
            <a:r>
              <a:rPr lang="es-AR" i="1" dirty="0" err="1"/>
              <a:t>if</a:t>
            </a:r>
            <a:r>
              <a:rPr lang="es-AR" dirty="0"/>
              <a:t> </a:t>
            </a:r>
            <a:r>
              <a:rPr lang="es-AR" dirty="0" err="1"/>
              <a:t>statement</a:t>
            </a:r>
            <a:endParaRPr dirty="0"/>
          </a:p>
        </p:txBody>
      </p:sp>
      <p:pic>
        <p:nvPicPr>
          <p:cNvPr id="9" name="Google Shape;114;p16" descr="di_tella2.png">
            <a:extLst>
              <a:ext uri="{FF2B5EF4-FFF2-40B4-BE49-F238E27FC236}">
                <a16:creationId xmlns:a16="http://schemas.microsoft.com/office/drawing/2014/main" id="{147BC3FE-90EE-D542-841A-C2B47AC840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3;p17">
            <a:extLst>
              <a:ext uri="{FF2B5EF4-FFF2-40B4-BE49-F238E27FC236}">
                <a16:creationId xmlns:a16="http://schemas.microsoft.com/office/drawing/2014/main" id="{5A1195A1-4B86-F776-C8A7-13709DBE094A}"/>
              </a:ext>
            </a:extLst>
          </p:cNvPr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Daniela Longas – M Victoria Tolosa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79;p22">
            <a:extLst>
              <a:ext uri="{FF2B5EF4-FFF2-40B4-BE49-F238E27FC236}">
                <a16:creationId xmlns:a16="http://schemas.microsoft.com/office/drawing/2014/main" id="{15D5F02F-A8BB-1962-43F9-F409C024BB70}"/>
              </a:ext>
            </a:extLst>
          </p:cNvPr>
          <p:cNvSpPr txBox="1"/>
          <p:nvPr/>
        </p:nvSpPr>
        <p:spPr>
          <a:xfrm>
            <a:off x="274320" y="1371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 err="1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1400" b="1" i="0" u="none" strike="noStrike" cap="none" dirty="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u="none" strike="noStrike" cap="none" dirty="0" err="1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Analíticos</a:t>
            </a:r>
            <a:r>
              <a:rPr lang="en-US" sz="1400" b="1" i="0" u="none" strike="noStrike" cap="none" dirty="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400" b="1" i="0" u="none" strike="noStrike" cap="none" dirty="0" err="1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Programación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247</Words>
  <Application>Microsoft Office PowerPoint</Application>
  <PresentationFormat>On-screen Show (4:3)</PresentationFormat>
  <Paragraphs>47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Longas, Daniela</dc:creator>
  <cp:keywords/>
  <dc:description>generated using python-pptx</dc:description>
  <cp:lastModifiedBy>Longas, Daniela</cp:lastModifiedBy>
  <cp:revision>17</cp:revision>
  <dcterms:created xsi:type="dcterms:W3CDTF">2013-01-27T09:14:16Z</dcterms:created>
  <dcterms:modified xsi:type="dcterms:W3CDTF">2026-02-23T15:37:03Z</dcterms:modified>
  <cp:category/>
</cp:coreProperties>
</file>