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784305b2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g3c784305b2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7b5c2da8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g3c7b5c2da89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c7b5c2da8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g3c7b5c2da89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7b5c2da89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c7b5c2da89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c7b5c2da89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c7b5c2da89_0_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c7b5c2da8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c7b5c2da89_0_6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7b5c2da8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g3c7b5c2da89_0_8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c7b5c2da89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g3c7b5c2da89_0_10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7b5c2da89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c7b5c2da89_0_1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7b5c2da89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c7b5c2da89_0_1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7b5c2da89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g3c7b5c2da89_0_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7b5c2da8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c7b5c2da89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b5c2da89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c7b5c2da89_0_1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7b5c2da89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c7b5c2da89_0_1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c7b5c2da8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2" name="Google Shape;262;g3c7b5c2da89_0_1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c7b5c2da89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g3c7b5c2da89_0_15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c7b5c2da89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g3c7b5c2da89_0_1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c7b5c2da89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g3c7b5c2da89_0_2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c7eff693d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3c7eff693df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c7eff693df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3c7eff693df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c7eff693df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g3c7eff693df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c7eff693df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g3c7eff693df_0_5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c7eff693df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c7eff693df_0_7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c7eff693df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g3c7eff693df_0_6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274322" y="2004443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Nociones básicas de testing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574216" y="3620557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Profesor: 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574216" y="4219890"/>
            <a:ext cx="84963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Auxiliares: Daniela Longas - M Victoria Tolosa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-132750" y="2593925"/>
            <a:ext cx="940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Bugs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Bug</a:t>
            </a:r>
            <a:endParaRPr/>
          </a:p>
        </p:txBody>
      </p:sp>
      <p:pic>
        <p:nvPicPr>
          <p:cNvPr descr="di_tella2.png"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232391" y="1511765"/>
            <a:ext cx="84963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Al comenzar las clases comentamos el concepto de bug. Básicamente es un mal funcionamiento del código.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mismo puede ser por errores: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Sintácticos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 ejecución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Semánticos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Siendo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estos últimos los más peligrosos y difíciles de encontrar.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Además de esto, existen las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fallas técnicas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Bugs/fallos famosos</a:t>
            </a:r>
            <a:endParaRPr/>
          </a:p>
        </p:txBody>
      </p:sp>
      <p:pic>
        <p:nvPicPr>
          <p:cNvPr descr="di_tella2.png"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232391" y="1511765"/>
            <a:ext cx="8496300" cy="3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 lo largo de la Historia ha habido varios bugs famosos, pero hagamos historia reciente: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caso de bugs sintácticos: Cyberpunk 2077 (2020)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caso de fallas de tecnología: Episodio AWS Cono Sur (12/12/2025)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caso de bug de ejecución: Aterrizaje del Apolo 11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Cyberpunk 2077</a:t>
            </a:r>
            <a:endParaRPr/>
          </a:p>
        </p:txBody>
      </p:sp>
      <p:pic>
        <p:nvPicPr>
          <p:cNvPr descr="di_tella2.png" id="131" name="Google Shape;13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/>
        </p:nvSpPr>
        <p:spPr>
          <a:xfrm>
            <a:off x="99041" y="4745940"/>
            <a:ext cx="8496300" cy="25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lang="en-US" sz="23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Famoso videojuego con un gran fanbase</a:t>
            </a:r>
            <a:endParaRPr sz="23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lang="en-US" sz="23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Su lanzamiento estuvo lleno de glitches (bugs de sintaxis que literalmente “traban” el juego.</a:t>
            </a:r>
            <a:endParaRPr sz="23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lang="en-US" sz="23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Millones de dólares de pérdida.</a:t>
            </a:r>
            <a:endParaRPr sz="23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300"/>
              <a:buFont typeface="Calibri"/>
              <a:buChar char="●"/>
            </a:pPr>
            <a:r>
              <a:rPr lang="en-US" sz="23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Hasta el día de hoy reporta bugs (mucho menos)</a:t>
            </a:r>
            <a:endParaRPr sz="23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1725" y="1407120"/>
            <a:ext cx="7453062" cy="3244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Incidente de AWS Cono Sur 12/12/2025</a:t>
            </a:r>
            <a:endParaRPr/>
          </a:p>
        </p:txBody>
      </p:sp>
      <p:pic>
        <p:nvPicPr>
          <p:cNvPr descr="di_tella2.png" id="143" name="Google Shape;14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8"/>
          <p:cNvSpPr txBox="1"/>
          <p:nvPr/>
        </p:nvSpPr>
        <p:spPr>
          <a:xfrm>
            <a:off x="99041" y="4531640"/>
            <a:ext cx="8496300" cy="267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Los servidores de AWS tuvieron una </a:t>
            </a: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sobrecarga</a:t>
            </a: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de tráfico, además de errores en actualizaciones de APIs.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Tuvieron que reparar servidores físicos en data centers.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Esto implicó un día entero con el servicio caído.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principal billetera virtual del país, por ende, tampoco funcionó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Millones de dólares de pérdidas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5975" y="1254720"/>
            <a:ext cx="4972050" cy="308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9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52" name="Google Shape;152;p19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9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54" name="Google Shape;154;p19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Apollo 11</a:t>
            </a:r>
            <a:endParaRPr/>
          </a:p>
        </p:txBody>
      </p:sp>
      <p:pic>
        <p:nvPicPr>
          <p:cNvPr descr="di_tella2.png" id="155" name="Google Shape;15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99041" y="4531640"/>
            <a:ext cx="84963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Misión </a:t>
            </a: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espacial</a:t>
            </a: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estadounidense.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código procesaba más datos de los que debía, saturando la CPU y forzando alunizaje manual.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Podría haber significado una tragedia humana (además de haberse perdido </a:t>
            </a:r>
            <a:r>
              <a:rPr b="1"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muchos</a:t>
            </a: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millones de dólares).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100"/>
              <a:buFont typeface="Calibri"/>
              <a:buChar char="●"/>
            </a:pPr>
            <a:r>
              <a:rPr lang="en-US" sz="2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Por suerte todo salió bien.</a:t>
            </a:r>
            <a:endParaRPr sz="21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19" title="Apollo_11_insigni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5650" y="1254720"/>
            <a:ext cx="2943094" cy="2972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0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0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0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66" name="Google Shape;166;p20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La certeza no existe (en la práctica)</a:t>
            </a:r>
            <a:endParaRPr/>
          </a:p>
        </p:txBody>
      </p:sp>
      <p:pic>
        <p:nvPicPr>
          <p:cNvPr descr="di_tella2.png" id="167" name="Google Shape;16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0"/>
          <p:cNvSpPr txBox="1"/>
          <p:nvPr/>
        </p:nvSpPr>
        <p:spPr>
          <a:xfrm>
            <a:off x="232391" y="1511765"/>
            <a:ext cx="84963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Mediante buenas prácticas y testing uno puede “ganar confianza” con el código que crea, pero: es posible estar 100% seguro de que un script no generará bugs?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Teóricamente,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Primero se hace una especificación formal del programa.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Luego se demuestra su factibilidad para cualquier tipo de input.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la práctica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nadie hace esto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ya que es increíblemente tedioso y no va de la mano con los tiempos lógicos de producción.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1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1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75" name="Google Shape;175;p21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1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77" name="Google Shape;177;p21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sintaxis</a:t>
            </a:r>
            <a:endParaRPr/>
          </a:p>
        </p:txBody>
      </p:sp>
      <p:pic>
        <p:nvPicPr>
          <p:cNvPr descr="di_tella2.png" id="178" name="Google Shape;17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0638" y="1640920"/>
            <a:ext cx="6562725" cy="217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1"/>
          <p:cNvSpPr txBox="1"/>
          <p:nvPr/>
        </p:nvSpPr>
        <p:spPr>
          <a:xfrm>
            <a:off x="99041" y="4093265"/>
            <a:ext cx="8496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Son los más fáciles de corregir. La mayoría de las veces el mismo lenguaje te indica cuál es el error.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189" name="Google Shape;189;p22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ejecuci</a:t>
            </a: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ón</a:t>
            </a:r>
            <a:endParaRPr/>
          </a:p>
        </p:txBody>
      </p:sp>
      <p:pic>
        <p:nvPicPr>
          <p:cNvPr descr="di_tella2.png" id="190" name="Google Shape;19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2"/>
          <p:cNvSpPr txBox="1"/>
          <p:nvPr/>
        </p:nvSpPr>
        <p:spPr>
          <a:xfrm>
            <a:off x="99041" y="4093265"/>
            <a:ext cx="84963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su nombre lo indica, suelen aparecer en medio de una ejecución. El script “comienza a correr” sin detectar errores de sintaxis y a la mitad de la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ejecución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“algo sucede”.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" name="Google Shape;19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81888" y="1338950"/>
            <a:ext cx="3530628" cy="252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3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199" name="Google Shape;199;p23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3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01" name="Google Shape;201;p23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ejecución</a:t>
            </a:r>
            <a:endParaRPr/>
          </a:p>
        </p:txBody>
      </p:sp>
      <p:pic>
        <p:nvPicPr>
          <p:cNvPr descr="di_tella2.png" id="202" name="Google Shape;20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5238" y="1913676"/>
            <a:ext cx="8070626" cy="372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4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4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210" name="Google Shape;210;p24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4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12" name="Google Shape;212;p24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Tipos de bugs de ejecución</a:t>
            </a:r>
            <a:endParaRPr/>
          </a:p>
        </p:txBody>
      </p:sp>
      <p:pic>
        <p:nvPicPr>
          <p:cNvPr descr="di_tella2.png" id="213" name="Google Shape;21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5238" y="1913676"/>
            <a:ext cx="8070626" cy="372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5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5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21" name="Google Shape;22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5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5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5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5"/>
          <p:cNvSpPr txBox="1"/>
          <p:nvPr/>
        </p:nvSpPr>
        <p:spPr>
          <a:xfrm>
            <a:off x="-132750" y="2593925"/>
            <a:ext cx="940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Testing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6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6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233" name="Google Shape;233;p26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6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35" name="Google Shape;235;p26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Testing: intuición</a:t>
            </a:r>
            <a:endParaRPr/>
          </a:p>
        </p:txBody>
      </p:sp>
      <p:pic>
        <p:nvPicPr>
          <p:cNvPr descr="di_tella2.png" id="236" name="Google Shape;23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6"/>
          <p:cNvSpPr txBox="1"/>
          <p:nvPr/>
        </p:nvSpPr>
        <p:spPr>
          <a:xfrm>
            <a:off x="232391" y="1511765"/>
            <a:ext cx="8496300" cy="55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su nombre lo indica, testear un código es básicamente someterlo a una serie de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casos límite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para evaluar su comportamiento.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Ejemplo: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tenemos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una function que se encarga de extraer datos y guardarlos en una base de datos.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el volumen de datos a extraer es ENORME?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vienen datos duplicados?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al extraer no viene ningún dato?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Está bueno generar un test unitario para cada uno de estos casos border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7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244" name="Google Shape;244;p27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7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Bugs semánticos</a:t>
            </a:r>
            <a:endParaRPr/>
          </a:p>
        </p:txBody>
      </p:sp>
      <p:pic>
        <p:nvPicPr>
          <p:cNvPr descr="di_tella2.png" id="247" name="Google Shape;24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7"/>
          <p:cNvSpPr txBox="1"/>
          <p:nvPr/>
        </p:nvSpPr>
        <p:spPr>
          <a:xfrm>
            <a:off x="323850" y="1667645"/>
            <a:ext cx="84963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ya dijimos, son los más difíciles de detectar. Se dan cuando el script ejecuta bien pero no da los resultados deseados.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Vemos que estos son los tipos de bugs sobre los cuáles tiene sentido realizar tests unitarios.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Por qué no tiene sentido realizar tests sobre errores sintácticos o de ejecución?</a:t>
            </a:r>
            <a:endParaRPr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255" name="Google Shape;255;p2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57" name="Google Shape;257;p2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Lógica</a:t>
            </a:r>
            <a:endParaRPr/>
          </a:p>
        </p:txBody>
      </p:sp>
      <p:pic>
        <p:nvPicPr>
          <p:cNvPr descr="di_tella2.png" id="258" name="Google Shape;25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 txBox="1"/>
          <p:nvPr/>
        </p:nvSpPr>
        <p:spPr>
          <a:xfrm>
            <a:off x="323850" y="1667645"/>
            <a:ext cx="84963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lógica de un test unitario es plantear casos en los que sabemos el resultado: si la function efectivamente hace lo que queremos, este test tiene que dar X resultado.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Para hacer tests unitarios, en esta materia usaremos la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librería unittest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9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66" name="Google Shape;26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9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9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9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9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9"/>
          <p:cNvSpPr txBox="1"/>
          <p:nvPr/>
        </p:nvSpPr>
        <p:spPr>
          <a:xfrm>
            <a:off x="-132750" y="2593925"/>
            <a:ext cx="940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0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30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278" name="Google Shape;278;p30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0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80" name="Google Shape;280;p30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281" name="Google Shape;28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0138" y="1397395"/>
            <a:ext cx="6943725" cy="391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1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1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289" name="Google Shape;289;p31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1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291" name="Google Shape;291;p31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292" name="Google Shape;29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1"/>
          <p:cNvSpPr txBox="1"/>
          <p:nvPr/>
        </p:nvSpPr>
        <p:spPr>
          <a:xfrm>
            <a:off x="323850" y="1667650"/>
            <a:ext cx="2676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Resolvemos así: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1"/>
          <p:cNvSpPr txBox="1"/>
          <p:nvPr/>
        </p:nvSpPr>
        <p:spPr>
          <a:xfrm>
            <a:off x="206100" y="4937150"/>
            <a:ext cx="8731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Cómo quedarían los tests de esta function usando la librería unittest?</a:t>
            </a:r>
            <a:endParaRPr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5" name="Google Shape;29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54975" y="2936595"/>
            <a:ext cx="5665850" cy="1213459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1"/>
          <p:cNvSpPr txBox="1"/>
          <p:nvPr/>
        </p:nvSpPr>
        <p:spPr>
          <a:xfrm>
            <a:off x="3931925" y="1722650"/>
            <a:ext cx="2676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Esperamos esto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425" y="2231875"/>
            <a:ext cx="3657600" cy="22131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2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04" name="Google Shape;304;p32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06" name="Google Shape;306;p32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307" name="Google Shape;30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0600" y="1590365"/>
            <a:ext cx="8172950" cy="3860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3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15" name="Google Shape;315;p33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3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17" name="Google Shape;317;p33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318" name="Google Shape;31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33"/>
          <p:cNvSpPr txBox="1"/>
          <p:nvPr/>
        </p:nvSpPr>
        <p:spPr>
          <a:xfrm>
            <a:off x="323850" y="1667650"/>
            <a:ext cx="7391400" cy="59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Nomenclatura: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Los tests deben definirse en un archivo aparte, importando la librería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unittest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e importando la/s functions a testear desde otros scripts (debe estar todo en la misma carpeta).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 define una </a:t>
            </a: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clase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 La misma puede llamarse de cualquier manera pero su argumento debe ser </a:t>
            </a: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unittest.TestCase</a:t>
            </a:r>
            <a:endParaRPr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Dentro se define una function por cada set de tests que queramos tener. El argumento de dicha function es </a:t>
            </a: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Dentro de esta function se definen los tests puntuales.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Todo se llama con un unittest.main()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4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4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26" name="Google Shape;326;p34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4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28" name="Google Shape;328;p34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329" name="Google Shape;32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34"/>
          <p:cNvSpPr txBox="1"/>
          <p:nvPr/>
        </p:nvSpPr>
        <p:spPr>
          <a:xfrm>
            <a:off x="323850" y="1667650"/>
            <a:ext cx="73914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Justamente esta function está bien formulada, por lo tanto el resultado será que todos los tests pasaron la prueba.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1" name="Google Shape;331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2575250"/>
            <a:ext cx="5010150" cy="11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4"/>
          <p:cNvSpPr txBox="1"/>
          <p:nvPr/>
        </p:nvSpPr>
        <p:spPr>
          <a:xfrm>
            <a:off x="274325" y="4235950"/>
            <a:ext cx="54537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modificamos ahora la function de manera de que haya pruebas que fallen?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3" name="Google Shape;333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80425" y="4036450"/>
            <a:ext cx="3088225" cy="168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5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40" name="Google Shape;340;p35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5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42" name="Google Shape;342;p35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343" name="Google Shape;343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8838" y="1413689"/>
            <a:ext cx="7026318" cy="491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36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36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53" name="Google Shape;353;p36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endParaRPr/>
          </a:p>
        </p:txBody>
      </p:sp>
      <p:pic>
        <p:nvPicPr>
          <p:cNvPr descr="di_tella2.png" id="354" name="Google Shape;354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36"/>
          <p:cNvSpPr txBox="1"/>
          <p:nvPr/>
        </p:nvSpPr>
        <p:spPr>
          <a:xfrm>
            <a:off x="160850" y="4489225"/>
            <a:ext cx="84345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Vemos que el test te especifica: la cantidad de failures, cuáles fueron los tests particulares que fallaron y en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function están.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8463" y="1258051"/>
            <a:ext cx="7027075" cy="293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7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37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63" name="Google Shape;363;p37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7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65" name="Google Shape;365;p37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En la vida real</a:t>
            </a:r>
            <a:endParaRPr/>
          </a:p>
        </p:txBody>
      </p:sp>
      <p:pic>
        <p:nvPicPr>
          <p:cNvPr descr="di_tella2.png" id="366" name="Google Shape;366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37"/>
          <p:cNvSpPr txBox="1"/>
          <p:nvPr/>
        </p:nvSpPr>
        <p:spPr>
          <a:xfrm>
            <a:off x="263300" y="1333000"/>
            <a:ext cx="84345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Hay muchas maneras de testear: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Testeos automáticos (CI/CD)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Code Review (uso de repositorios)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Test Driven Development (no tan común).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/>
          </a:p>
        </p:txBody>
      </p:sp>
      <p:sp>
        <p:nvSpPr>
          <p:cNvPr id="374" name="Google Shape;374;p3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/>
          </a:p>
        </p:txBody>
      </p:sp>
      <p:sp>
        <p:nvSpPr>
          <p:cNvPr id="376" name="Google Shape;376;p3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De tarea</a:t>
            </a:r>
            <a:endParaRPr/>
          </a:p>
        </p:txBody>
      </p:sp>
      <p:pic>
        <p:nvPicPr>
          <p:cNvPr descr="di_tella2.png" id="377" name="Google Shape;37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8"/>
          <p:cNvSpPr txBox="1"/>
          <p:nvPr/>
        </p:nvSpPr>
        <p:spPr>
          <a:xfrm>
            <a:off x="263300" y="1254725"/>
            <a:ext cx="84345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tests unitarios para cada uno e los ejercicios del TP1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