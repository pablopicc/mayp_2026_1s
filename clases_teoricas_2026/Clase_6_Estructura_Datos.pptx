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784305b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c784305b2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784305b2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c784305b24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784305b2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c784305b24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784305b2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c784305b24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784305b2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c784305b24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79fa902b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c79fa902b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79fa902b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c79fa902b6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79fa902b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c79fa902b6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784305b2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c784305b24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784305b2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c784305b24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784305b2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c784305b24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79fa902b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c79fa902b6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784305b2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3c784305b24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784305b2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c784305b24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79fa902b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c79fa902b6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c79fa902b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g3c79fa902b6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79fa902b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c79fa902b6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784305b2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g3c784305b24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444547" y="1984968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Estructuras de Datos, Strings e Iteración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74216" y="3620557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574216" y="4219890"/>
            <a:ext cx="8496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 - M Victoria Tolosa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Tuplas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365760" y="7315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Tuplas: Conceptos Básicos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57200" y="1645920"/>
            <a:ext cx="77724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Estructura para almacenar secuencias fijas de valores.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Característica principal: Son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INMUTABLES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(no se pueden modificar).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Operaciones: Crear con una tupla (a, b), saber cuántos elementos tiene una tupla con len(), acceder a los elementos con [ ].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= ('hola', 1, 2.5)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(‘hola’, 1, 25.5)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70550" y="594350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Tuplas: Aspectos Particulares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57200" y="1188720"/>
            <a:ext cx="8229600" cy="498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 un elemento de la tupla ser mutable?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Consideremos el siguiente caso, donde la tercera componente es una lista.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= [1 , 2 , 3]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t = 'a' ,'b' ,l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print(t)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('a','b',[1,2,3])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l[1] = 200  # Que pasa con t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print( 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este caso, la tupla guarda una referencia a la lista.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caso de suma utilidad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En muchas situaciones, tenemos funciones que queremos que devuelvan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un resultado. La función puede devolver una tupla con los resultados deseados.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min_max_lista(l) :</a:t>
            </a:r>
            <a:endParaRPr/>
          </a:p>
          <a:p>
            <a:pPr indent="0" lvl="2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min(l) , max(l)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main( ):</a:t>
            </a:r>
            <a:endParaRPr/>
          </a:p>
          <a:p>
            <a:pPr indent="0" lvl="2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 = [1, 5, 3,  3, 2 , 1, 3, 4]</a:t>
            </a:r>
            <a:endParaRPr/>
          </a:p>
          <a:p>
            <a:pPr indent="0" lvl="2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minimo , maximo = min_max_lista l)</a:t>
            </a:r>
            <a:endParaRPr/>
          </a:p>
          <a:p>
            <a:pPr indent="0" lvl="2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 = min_max_lista (l)</a:t>
            </a:r>
            <a:endParaRPr b="0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di_tella2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170550" y="594350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Tuplas: Resumen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457200" y="1188720"/>
            <a:ext cx="82296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qué son esencialmente diferentes de las listas?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los fines prácticos funcionan igual, sólo que son inmutables. Solemos usar tuplas en los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returns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las functions cuando las mismas tienen más de un resultado. Es una cuestión de convención.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estructuras más livianas que las listas.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tipos de datos en su interior suelen variar (a diferencia de las listas, que se espera que los tipos de datos dentro sean homogéneos).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listas se comportan como un conjunto de objetos, las tuplas como un objeto de varias partes (por eso su tamaño es fijo).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cada elemento de la tupla es inmutable; son hasheables: pueden pertenecer a un set y ser key de diccionarios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170550" y="594350"/>
            <a:ext cx="584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Tuplas: Probar estos comandos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975" y="1266950"/>
            <a:ext cx="6353175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457200" y="4841770"/>
            <a:ext cx="822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Todas las tuplas son inmutables, no todas son hasheables!!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Sets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170550" y="594350"/>
            <a:ext cx="584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Sobre los sets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57200" y="1645920"/>
            <a:ext cx="7772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set es el equivalente en python de lo que matemáticamente se llama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 elementos deben ser inhasheables.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poseen elementos repetidos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diferencia de las tuplas y las listas, no están ordenadas de manera secuencial. Si set_1 es el nombre de una variable cuyo type es set, decir set_1[0] no significa nada. No respetan un orden.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Poseen una serie de operaciones que en matemática conocemos como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operaciones de conjuntos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170550" y="594350"/>
            <a:ext cx="584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Sobre los sets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457200" y="1645920"/>
            <a:ext cx="7772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set es el equivalente en python de lo que matemáticamente se llama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 elementos deben ser inhasheables.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poseen elementos repetidos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diferencia de las tuplas y las listas, no están ordenadas de manera secuencial. Si set_1 es el nombre de una variable cuyo type es set, decir set_1[0] no significa nada. No respetan un orden.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Poseen una serie de operaciones que en matemática conocemos como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operaciones de conjuntos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170550" y="594350"/>
            <a:ext cx="584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Sobre los sets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88" name="Google Shape;1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7150" y="1298587"/>
            <a:ext cx="5849700" cy="4443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170550" y="594350"/>
            <a:ext cx="584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Sobre los sets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1225" y="1163200"/>
            <a:ext cx="5281550" cy="39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/>
        </p:nvSpPr>
        <p:spPr>
          <a:xfrm>
            <a:off x="457200" y="5270395"/>
            <a:ext cx="822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Los sets son inmutables? Son hasheables?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For Loop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220" name="Google Shape;220;p2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222" name="Google Shape;222;p25"/>
          <p:cNvSpPr txBox="1"/>
          <p:nvPr/>
        </p:nvSpPr>
        <p:spPr>
          <a:xfrm>
            <a:off x="365760" y="731520"/>
            <a:ext cx="15481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Ciclos for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274320" y="1013817"/>
            <a:ext cx="8725842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queremos iterar sobre los índices de una lista, podemos utilizar la estructura de control for: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1: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recorrer una lista.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 = ['a', 'b', 'c', 'd', 'e']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range(len(l)):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print(i, l[i])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 = ['a','b', 'c', 'd', 'e']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i &lt; len (l):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(i, l[i])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i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2: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imprimir números pares entre 1 y 20.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range(2, 20, 2):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i &lt; 20: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print(i)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i +2</a:t>
            </a:r>
            <a:endParaRPr b="0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di_tella2.png" id="224" name="Google Shape;2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231" name="Google Shape;231;p2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233" name="Google Shape;233;p26"/>
          <p:cNvSpPr txBox="1"/>
          <p:nvPr/>
        </p:nvSpPr>
        <p:spPr>
          <a:xfrm>
            <a:off x="365760" y="7315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Ciclos: La función range()</a:t>
            </a:r>
            <a:endParaRPr/>
          </a:p>
        </p:txBody>
      </p:sp>
      <p:sp>
        <p:nvSpPr>
          <p:cNvPr id="234" name="Google Shape;234;p26"/>
          <p:cNvSpPr txBox="1"/>
          <p:nvPr/>
        </p:nvSpPr>
        <p:spPr>
          <a:xfrm>
            <a:off x="319148" y="1691640"/>
            <a:ext cx="88248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Al momento de iterar, muchas veces es necesario hacerlo siguiendo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progresiones aritméticas con determinados patrones. La función range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cumple esta tarea.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range(start, stop, step): Genera una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secuencia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números enteros en el rango [start,stop) 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step. Técnicamente no es una lista pero podemos usarlo como si generara una.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son opcionales.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range (10) # Toma start = 0 y end = 10. step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range (2,10) # step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range (2,10,3) # Que secuencia genera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range (10,2,-1) # Que secuencia genera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type (range(10)) # class range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= list(range(10)) # obtiene la lista de manera explicita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di_tella2.png" id="235" name="Google Shape;2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242" name="Google Shape;242;p27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244" name="Google Shape;244;p27"/>
          <p:cNvSpPr txBox="1"/>
          <p:nvPr/>
        </p:nvSpPr>
        <p:spPr>
          <a:xfrm>
            <a:off x="365760" y="73152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For vs while</a:t>
            </a:r>
            <a:endParaRPr/>
          </a:p>
        </p:txBody>
      </p:sp>
      <p:sp>
        <p:nvSpPr>
          <p:cNvPr id="245" name="Google Shape;245;p27"/>
          <p:cNvSpPr txBox="1"/>
          <p:nvPr/>
        </p:nvSpPr>
        <p:spPr>
          <a:xfrm>
            <a:off x="274323" y="2850865"/>
            <a:ext cx="882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Cuál es la principal diferencia de iterar con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vs iterar con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ciclos for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necesitan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contador? Necesitan variables que se actualizan?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única manera de recorrer un for loop es mediante el uso de range?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46" name="Google Shape;2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255" name="Google Shape;255;p28"/>
          <p:cNvSpPr txBox="1"/>
          <p:nvPr/>
        </p:nvSpPr>
        <p:spPr>
          <a:xfrm>
            <a:off x="365760" y="73152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Usar for con un alias</a:t>
            </a:r>
            <a:endParaRPr/>
          </a:p>
        </p:txBody>
      </p:sp>
      <p:sp>
        <p:nvSpPr>
          <p:cNvPr id="256" name="Google Shape;256;p28"/>
          <p:cNvSpPr txBox="1"/>
          <p:nvPr/>
        </p:nvSpPr>
        <p:spPr>
          <a:xfrm>
            <a:off x="206123" y="1711115"/>
            <a:ext cx="882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le llama sugar syntax a cuando un lenguaje de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actualiza y modifica su sintaxis para facilitarle la vida a los devs.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Dentro de este universo está el alias en los for loops: podés nombrar a los elementos de una estructura como quieras.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57" name="Google Shape;25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8725" y="2911732"/>
            <a:ext cx="4416350" cy="16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 txBox="1"/>
          <p:nvPr/>
        </p:nvSpPr>
        <p:spPr>
          <a:xfrm>
            <a:off x="206123" y="4746990"/>
            <a:ext cx="882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ventaja es obvia: mayor comodidad y entendimiento del código.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les ocurren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desventajas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iterar así?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9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268" name="Google Shape;268;p29"/>
          <p:cNvSpPr txBox="1"/>
          <p:nvPr/>
        </p:nvSpPr>
        <p:spPr>
          <a:xfrm>
            <a:off x="170550" y="594350"/>
            <a:ext cx="584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9"/>
          <p:cNvSpPr txBox="1"/>
          <p:nvPr/>
        </p:nvSpPr>
        <p:spPr>
          <a:xfrm>
            <a:off x="379275" y="1441995"/>
            <a:ext cx="8229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Ahora una function recibe 2 listas y un set. El set es de los DNIs de alumnos que no rindieron, las 2 listas son los DNI de los alumnos que si rindieron y sus notas.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output debe ser un diccionario cuya clave sea el DNI del alumno y su valor sea la nota que se sacó en el examen.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77" name="Google Shape;2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0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Operaciones con listas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289" name="Google Shape;289;p3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1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291" name="Google Shape;291;p31"/>
          <p:cNvSpPr txBox="1"/>
          <p:nvPr/>
        </p:nvSpPr>
        <p:spPr>
          <a:xfrm>
            <a:off x="365760" y="731520"/>
            <a:ext cx="17223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Más Listas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274320" y="1013817"/>
            <a:ext cx="8725842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Concatenación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El operador + permite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 listas, retornando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nueva (sin modificar las listas originales).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1 = [ 4 , 5 ,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2 = [ 1 , 2 ,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3 = l 1 + l 2 # l 1 y l 2 no se modifican 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[ 4 , 5 , 6 , 1 , 2 ,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Así como la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suma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 la concatenación, también podemos definir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multiplicación de una lista por un escalar.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1 = [ 4 , 5 ,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4 = l 1 *3 # Que l i s t a es l 4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queremos generar una lista con n posiciones con un valor por default,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cómo podemos hacer?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Extender una lista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Sirve para agregar una lista al final de otra.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1 = [ 4 , 5 ,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2 = [ 1 , 2 ,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2 . extend ( l 1 ) # Como quedan l 2 y l 1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Cuál es la principal diferencia entre + y extend?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93" name="Google Shape;29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2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300" name="Google Shape;300;p3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302" name="Google Shape;302;p32"/>
          <p:cNvSpPr txBox="1"/>
          <p:nvPr/>
        </p:nvSpPr>
        <p:spPr>
          <a:xfrm>
            <a:off x="365760" y="731520"/>
            <a:ext cx="71288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Algunas funciones/procedimientos adicionales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274320" y="1013817"/>
            <a:ext cx="87258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(ordenar). Procedimiento que ordena los elementos de la lista (por ahora, de menor a mayor).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= [ 1 , 4 , 6 , 3 , 2 , 1 8 , 2 5 , 2 3 ,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l.sort()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print(l)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Operaciones varias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Python tiene disponibles funciones básicas para aplicar sobre listas.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 = [1,4,6,3,2,18,25,23,1]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sum(l)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83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min(l)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max(l)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l2 = sorted(l)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sorted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toma la lista y devuelve una nueva con los mismos elementos,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pero ordenados.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304" name="Google Shape;30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311" name="Google Shape;311;p3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365760" y="731520"/>
            <a:ext cx="14251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314" name="Google Shape;3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3"/>
          <p:cNvSpPr txBox="1"/>
          <p:nvPr/>
        </p:nvSpPr>
        <p:spPr>
          <a:xfrm>
            <a:off x="898987" y="3105834"/>
            <a:ext cx="769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Tenemos una lista con valores numéricos. </a:t>
            </a:r>
            <a:r>
              <a:rPr lang="en-US" sz="1800">
                <a:solidFill>
                  <a:srgbClr val="333333"/>
                </a:solidFill>
              </a:rPr>
              <a:t>Implementar</a:t>
            </a:r>
            <a:r>
              <a:rPr b="0" i="0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una función 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calcule la </a:t>
            </a:r>
            <a:r>
              <a:rPr b="0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mediana</a:t>
            </a:r>
            <a:r>
              <a:rPr b="0" i="0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22" name="Google Shape;32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4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4"/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Strings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5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334" name="Google Shape;334;p3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5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336" name="Google Shape;336;p35"/>
          <p:cNvSpPr txBox="1"/>
          <p:nvPr/>
        </p:nvSpPr>
        <p:spPr>
          <a:xfrm>
            <a:off x="365760" y="7315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Strings: Nociones Básicas</a:t>
            </a:r>
            <a:endParaRPr/>
          </a:p>
        </p:txBody>
      </p:sp>
      <p:sp>
        <p:nvSpPr>
          <p:cNvPr id="337" name="Google Shape;337;p35"/>
          <p:cNvSpPr txBox="1"/>
          <p:nvPr/>
        </p:nvSpPr>
        <p:spPr>
          <a:xfrm>
            <a:off x="114300" y="1134754"/>
            <a:ext cx="8915400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una secuencia, ordenada, de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Es similar a tener una lista donde cada posición es un caracter, y que no puede tener elementos de otro tipo. Posee, sin embargo, algunas diferencias con las listas.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fruit = 'banana'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name = 'John‘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strings, de forma análoga a las listas, soportan la utilización del operador [] para acceder a los elementos. Éstos también están ordenados de 0 a len(s) - 1.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fruit = 'banana'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print(len(fruit))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letter = fruit[1] # Obtenermos 2do caracter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fruit[1] = ‘o’ # queremos escribir bonano. Se puede?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índices deben ser enteros y pueden ser expresiones que evalúen a enteros. Los strings son immutables (al igual que las tuplas).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Soportan slicing y operadores como '+' (concatenar) e 'in' (pertenencia).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338" name="Google Shape;3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6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6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345" name="Google Shape;345;p3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6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347" name="Google Shape;347;p36"/>
          <p:cNvSpPr txBox="1"/>
          <p:nvPr/>
        </p:nvSpPr>
        <p:spPr>
          <a:xfrm>
            <a:off x="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Strings: Nociones Básicas</a:t>
            </a:r>
            <a:endParaRPr/>
          </a:p>
        </p:txBody>
      </p:sp>
      <p:sp>
        <p:nvSpPr>
          <p:cNvPr id="348" name="Google Shape;348;p36"/>
          <p:cNvSpPr txBox="1"/>
          <p:nvPr/>
        </p:nvSpPr>
        <p:spPr>
          <a:xfrm>
            <a:off x="0" y="695901"/>
            <a:ext cx="8915400" cy="5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Dados dos string, el operador + genera uno nuevo con la concatenación de ambos.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fruit1 = 'banana'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fruit2 = 'apple'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concat_wospace = fruit1 + fruit2 # Que deberia devolver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concat_wspace = fruit1 + ' ' + fruit2 # Que deberia devolver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Cómo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implementaría algo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análogo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append de las listas?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Comparación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Al igual que otros tipos de datos, se pueden definir operaciones de comparación sobre las listas.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fruit1 = ' banana 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fruit2 = ' apple 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fruit1 == ' apple ' # V o F?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fruit_upper = ' Banana 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fruit_upper &lt; fruit1 # V o F?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Pertenencia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El operador in permite verificar si un string está contenido como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subcadena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otro.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Funciona de la misma forma que para las listas.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muchas otros métodos: upper(), lower(), find(), etc. (ver la documentación)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di_tella2.png" id="349" name="Google Shape;34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7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356" name="Google Shape;356;p3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7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358" name="Google Shape;358;p37"/>
          <p:cNvSpPr txBox="1"/>
          <p:nvPr/>
        </p:nvSpPr>
        <p:spPr>
          <a:xfrm>
            <a:off x="0" y="548640"/>
            <a:ext cx="25247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Iterando strings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7"/>
          <p:cNvSpPr txBox="1"/>
          <p:nvPr/>
        </p:nvSpPr>
        <p:spPr>
          <a:xfrm>
            <a:off x="108154" y="1097280"/>
            <a:ext cx="8807245" cy="390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su estructura, los strings pueden ser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recorridos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forma análoga a las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listas usando while y for.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hace el siguiente código?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ej _string(s):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 = ' '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letter in 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 = letter + ret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ret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main() 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quote = 'YVAN EHT NIOJ'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 = ej_string(quote) # Que string tiene s?</a:t>
            </a:r>
            <a:endParaRPr b="0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di_tella2.png" id="360" name="Google Shape;36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8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367" name="Google Shape;367;p3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8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369" name="Google Shape;369;p38"/>
          <p:cNvSpPr txBox="1"/>
          <p:nvPr/>
        </p:nvSpPr>
        <p:spPr>
          <a:xfrm>
            <a:off x="0" y="548640"/>
            <a:ext cx="14251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8"/>
          <p:cNvSpPr txBox="1"/>
          <p:nvPr/>
        </p:nvSpPr>
        <p:spPr>
          <a:xfrm>
            <a:off x="108154" y="1097280"/>
            <a:ext cx="8807245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la función find_char con el siguiente comportamiento: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 dos parámetros: un string s y un caracter (string de longitud 1) c.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find_char(s,c):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pass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Devuelve un int correspondiente al menor índice de una aparición de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s, si c está en s, y -1 en caso que c no esté en s. Ejemlos: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main():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 = 'banana'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pos_n = f ind_char ( s , 'n ' ) # pos_a = 2 .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pos_c = f ind_char ( s , ' c ' ) # pos_c = -1</a:t>
            </a:r>
            <a:endParaRPr/>
          </a:p>
        </p:txBody>
      </p:sp>
      <p:pic>
        <p:nvPicPr>
          <p:cNvPr descr="di_tella2.png" id="371" name="Google Shape;3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9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378" name="Google Shape;378;p39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9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380" name="Google Shape;380;p39"/>
          <p:cNvSpPr txBox="1"/>
          <p:nvPr/>
        </p:nvSpPr>
        <p:spPr>
          <a:xfrm>
            <a:off x="0" y="548650"/>
            <a:ext cx="183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Duda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9"/>
          <p:cNvSpPr txBox="1"/>
          <p:nvPr/>
        </p:nvSpPr>
        <p:spPr>
          <a:xfrm>
            <a:off x="108154" y="1097280"/>
            <a:ext cx="880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strings son mutables? Son hasheables?</a:t>
            </a:r>
            <a:endParaRPr/>
          </a:p>
        </p:txBody>
      </p:sp>
      <p:pic>
        <p:nvPicPr>
          <p:cNvPr descr="di_tella2.png" id="382" name="Google Shape;38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0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89" name="Google Shape;38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0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0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0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0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0"/>
          <p:cNvSpPr txBox="1"/>
          <p:nvPr/>
        </p:nvSpPr>
        <p:spPr>
          <a:xfrm>
            <a:off x="391575" y="2593925"/>
            <a:ext cx="839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Sobre los hashes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1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401" name="Google Shape;401;p41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1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403" name="Google Shape;403;p41"/>
          <p:cNvSpPr txBox="1"/>
          <p:nvPr/>
        </p:nvSpPr>
        <p:spPr>
          <a:xfrm>
            <a:off x="0" y="548650"/>
            <a:ext cx="183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Hash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1"/>
          <p:cNvSpPr txBox="1"/>
          <p:nvPr/>
        </p:nvSpPr>
        <p:spPr>
          <a:xfrm>
            <a:off x="108150" y="1097274"/>
            <a:ext cx="88929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Venimos diciendo que para que algo sea hasheable debe ser inmutable y todos sus elementos también.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Además, que algos sea hasheable implica que puede ser la key de un diccionario.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Ahora bien, que es un hash?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hash es una secuencia de caracteres (un string).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generados por un algoritmo complicado que hace las veces de “caja negra”.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caso de las keys de los diccionarios, python hashea las keys para manejrlas con más velocidad a la hora de hacr operaciones.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Mediante una técnica llamada “hashMap” python busca exactamente la key del diccionario que está buscando, en lugar de repasar las keys una a una.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Algunos algoritmos comunes de hshing son el  SHA-256 y el SHA-3 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405" name="Google Shape;40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2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412" name="Google Shape;41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2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2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2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2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2"/>
          <p:cNvSpPr txBox="1"/>
          <p:nvPr/>
        </p:nvSpPr>
        <p:spPr>
          <a:xfrm>
            <a:off x="391575" y="2593925"/>
            <a:ext cx="83934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Diccionarios: comentarios adicionales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3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424" name="Google Shape;424;p43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425" name="Google Shape;425;p43"/>
          <p:cNvSpPr txBox="1"/>
          <p:nvPr/>
        </p:nvSpPr>
        <p:spPr>
          <a:xfrm>
            <a:off x="0" y="548650"/>
            <a:ext cx="693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Más diccionarios: Claves, significados e items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3"/>
          <p:cNvSpPr txBox="1"/>
          <p:nvPr/>
        </p:nvSpPr>
        <p:spPr>
          <a:xfrm>
            <a:off x="336755" y="1428869"/>
            <a:ext cx="88071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operaciones más sobre diccionarios: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Longiud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Llamar a la función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un diccionario como parámetro devuelve la cantidad de items que posee.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Obtener las claves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El método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devuelve las claves.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Obtener los significados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El método values devuelve todos los significados.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Obtener los items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El método items devuelve todos los ítems.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elemento es una tupla donde la primera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 es la clave y la segunda el significado.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eng2sp = { 'one': 'uno' , 'two' : 'dos' , 'three' : 'one'}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list(eng2sp.keys())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['one', 'two', 'three']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list(eng2sp.values()) # Notar que incluye repeticiones 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 'uno', 'dos', 'uno']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list(eng2sp.items())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[('one', 'uno'), ('two', 'dos'), ('three', 'uno')]</a:t>
            </a:r>
            <a:endParaRPr/>
          </a:p>
        </p:txBody>
      </p:sp>
      <p:pic>
        <p:nvPicPr>
          <p:cNvPr descr="di_tella2.png" id="427" name="Google Shape;42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3"/>
          <p:cNvSpPr txBox="1"/>
          <p:nvPr/>
        </p:nvSpPr>
        <p:spPr>
          <a:xfrm>
            <a:off x="274330" y="5984419"/>
            <a:ext cx="880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Notar que el tipo de datos de dict.keys(), dict.values() o dict.items()  es uno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endémico del objeto diccionario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 Para hacerlo más “manejable” se lo pasa a lista usando “list”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4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435" name="Google Shape;435;p4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437" name="Google Shape;437;p44"/>
          <p:cNvSpPr txBox="1"/>
          <p:nvPr/>
        </p:nvSpPr>
        <p:spPr>
          <a:xfrm>
            <a:off x="365760" y="731520"/>
            <a:ext cx="14251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4"/>
          <p:cNvSpPr txBox="1"/>
          <p:nvPr/>
        </p:nvSpPr>
        <p:spPr>
          <a:xfrm>
            <a:off x="457200" y="1645920"/>
            <a:ext cx="831317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Consideren el siguiente diccionario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diccionario = { 'primero' : 1 , 'segundo' : 2 , 'tercero' : 3}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Usando las funciones que vimos hasta el momento, escribir un código que imprima la clave y el significado, separados por “ “ y uno por línea.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Aclaración: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código debe ser genérico. No se puede asumir que tiene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439" name="Google Shape;43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5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/>
          </a:p>
        </p:txBody>
      </p:sp>
      <p:sp>
        <p:nvSpPr>
          <p:cNvPr id="446" name="Google Shape;446;p4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5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/>
          </a:p>
        </p:txBody>
      </p:sp>
      <p:sp>
        <p:nvSpPr>
          <p:cNvPr id="448" name="Google Shape;448;p45"/>
          <p:cNvSpPr txBox="1"/>
          <p:nvPr/>
        </p:nvSpPr>
        <p:spPr>
          <a:xfrm>
            <a:off x="0" y="485602"/>
            <a:ext cx="33239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Iterando diccionarios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5"/>
          <p:cNvSpPr txBox="1"/>
          <p:nvPr/>
        </p:nvSpPr>
        <p:spPr>
          <a:xfrm>
            <a:off x="0" y="884372"/>
            <a:ext cx="9099498" cy="5847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disintas formas de iterar un diccionario. Escencialmente, con poder acceder a las claves alcanza. Sin embargo, Python provee algo de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syntactic sugar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que sea mas simple.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main ():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 = {'primero': 1 , 'segundo’: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2 , ' tercero' : 3}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key in d.keys():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print(key,d[key])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main():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 = {'primero':1 , 'segundo':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, 'tercero': 3}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key in d: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(key, d[key])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Otra alternativa podría ser iterar las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tuplas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items del diccinario.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main():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 = {'primero':1, 'segundo':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2, 'tercero': 3}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t in d.items():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print(t[0], t[1])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main() 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 = { 'primero': 1 , 'segundo’: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2, 'tercero': 3}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key , val in d :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key, val)</a:t>
            </a:r>
            <a:endParaRPr/>
          </a:p>
        </p:txBody>
      </p:sp>
      <p:pic>
        <p:nvPicPr>
          <p:cNvPr descr="di_tella2.png" id="450" name="Google Shape;45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