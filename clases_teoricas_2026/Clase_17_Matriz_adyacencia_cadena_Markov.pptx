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32c363ec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c32c363ecf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857959e2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e857959e2a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857959e2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e857959e2a_1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857959e2a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e857959e2a_1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857959e2a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e857959e2a_1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857959e2a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e857959e2a_1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83b484e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e83b484ee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857959e2a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e857959e2a_1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857959e2a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e857959e2a_1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857959e2a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3e857959e2a_1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857959e2a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e857959e2a_1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857959e2a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g3e857959e2a_1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857959e2a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3e857959e2a_1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857959e2a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g3e857959e2a_1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83b484ee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g3e83b484ee1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35000" y="1905000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Clase 1</a:t>
            </a: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Matriz Adyacencia  + Cadenas de Markov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35000" y="3556000"/>
            <a:ext cx="84963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Profesor: 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35000" y="4318000"/>
            <a:ext cx="8496300" cy="1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Auxiliares: Daniela Longas M Victoria Tolosa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87675" y="759825"/>
            <a:ext cx="9001200" cy="52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-132750" y="2593925"/>
            <a:ext cx="940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Matrices de adyacencias</a:t>
            </a:r>
            <a:endParaRPr sz="48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Matriz de adyacencia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301975" y="1719150"/>
            <a:ext cx="88293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Es una manera de representar un grafo matricialmente.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Cada fila/columna es un nodo.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 anota un 1 si un arco sale de dicho nodo a otro nodo.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Si el arco está entrando a un nodo (o 2 nodos no tienen relación) se anota 0.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 caso de grafos no-dirigidos, el 1 se anota en ambos nodos.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 caso de grafos ponderados, se anota el peso del arco en lugar de  1.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Manera de construir un nodo de adyacencia: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Pararse en una fila (nodo), anotar 0 en Aii y luego ver cuantos arcos salen </a:t>
            </a:r>
            <a:r>
              <a:rPr b="1"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desde</a:t>
            </a: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ese nodo. Anotar 1 (o el peso) en el nodo hacia el cual se dirije el arco.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Hacer lo mismo para el resto de las filas (nodos)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Matriz de adyacencia. Ejemplo dirigido y no-ponderado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800" y="1741988"/>
            <a:ext cx="4857750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3800" y="2076000"/>
            <a:ext cx="3582975" cy="267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Matriz de adyacencia. Ejemplo no-dirigido y ponderado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800" y="1922400"/>
            <a:ext cx="5262700" cy="34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0050" y="2604300"/>
            <a:ext cx="3310825" cy="2315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Ejercicio: armar la matriz de adyacencia para este grafo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25" y="2088025"/>
            <a:ext cx="8829250" cy="324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55" name="Google Shape;1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Relación matriz adyacencia–definiciones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301975" y="1719150"/>
            <a:ext cx="8829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Dada una matriz de adyacencia de un grafo </a:t>
            </a:r>
            <a:r>
              <a:rPr b="1"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dirigido y no-ponderado</a:t>
            </a: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 puede calcular el </a:t>
            </a:r>
            <a:r>
              <a:rPr lang="en-US" sz="2000" u="sng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out-degree </a:t>
            </a: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sumando la fila del nodo.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 puede calcular el </a:t>
            </a:r>
            <a:r>
              <a:rPr lang="en-US" sz="2000" u="sng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in-degree</a:t>
            </a: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sumando la columna del nodo.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 puede calcular degree sumando el in y el out degree.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Dada una matriz de adyacencia de un grafo </a:t>
            </a:r>
            <a:r>
              <a:rPr b="1"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no-dirigido y no-ponderado</a:t>
            </a: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in-degree, out-degree y degree son la misma cosa. Podés sacarlo sumando la fila o la columna perteneciente al nodo. Da igual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301975" y="4489650"/>
            <a:ext cx="8829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Un grafo completo es uno en el cual cada nodo está unido a todos los demás. </a:t>
            </a:r>
            <a:endParaRPr b="1"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Cómo es la matriz de adyacencia de un grafo completo?</a:t>
            </a:r>
            <a:endParaRPr b="1"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68" name="Google Shape;1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87675" y="759825"/>
            <a:ext cx="9001200" cy="52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-132750" y="2593925"/>
            <a:ext cx="940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Cadenas de Markov</a:t>
            </a:r>
            <a:endParaRPr sz="48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80" name="Google Shape;18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Cadenas de Markov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301975" y="1719150"/>
            <a:ext cx="8829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Una cadena de Markov es un proceso estocástico y memoryless en el cual se decide, dado un evento, la probabilidad de que ocurra un evento inmediato.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Estocástico: evoluciona en el tiempo.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Memoryless: solo se fija donde estás parado, sin tener en cuenta el historial de lo que sucedió antes.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Probabilístico: dado tu estado actual, hay cierta probabilidad de que pases a un estado siguiente.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92" name="Google Shape;19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Ejemplo de c</a:t>
            </a: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adena de Markov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301975" y="1719150"/>
            <a:ext cx="8829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Imaginemos que soy una persona scrolleando en TikTok. Dado un reel, tengo 3 opciones: 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Scrollear al reel siguiente sin ver lo que tengo en pantalla.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Quedarme viendo el reel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Apagar el celular e ir a hacer el TP3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Podemos representar esta situación mediante una matriz de probabilidades y, a su vez, como un grafo dirigido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04" name="Google Shape;2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3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Ejemplo de cadena de Markov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301975" y="1719150"/>
            <a:ext cx="8829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Imaginemos que soy una persona scrolleando en TikTok. Dado un reel, tengo 3 opciones: 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Scrollear al reel siguiente sin ver lo que tengo en pantalla.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Quedarme viendo el reel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Apagar el celular e ir a hacer el TP3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Podemos representar esta situación mediante una matriz de probabilidades y, a su vez, como un grafo dirigido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4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16" name="Google Shape;2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4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4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4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Ejemplo de cadena de Markov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800" y="1815600"/>
            <a:ext cx="4490800" cy="28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2025" y="2429725"/>
            <a:ext cx="4219100" cy="1661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29" name="Google Shape;2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5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5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5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5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n-gramas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301975" y="1719150"/>
            <a:ext cx="8829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Un n-grama es una secuencia de n palabras. Siendo un bigrama una secuencia de 2 palabras, un trigrama una secuencia de tres y así sucesivamente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 txBox="1"/>
          <p:nvPr/>
        </p:nvSpPr>
        <p:spPr>
          <a:xfrm>
            <a:off x="301975" y="2748275"/>
            <a:ext cx="8829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 el TP vamos a querer armar cadenas de Markov con bigramas. Consideremos esta frase: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 txBox="1"/>
          <p:nvPr/>
        </p:nvSpPr>
        <p:spPr>
          <a:xfrm>
            <a:off x="301975" y="3790200"/>
            <a:ext cx="882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Mira, t</a:t>
            </a:r>
            <a:r>
              <a:rPr i="1"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 quiero pedir una taza de caf</a:t>
            </a:r>
            <a:r>
              <a:rPr i="1"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é</a:t>
            </a:r>
            <a:r>
              <a:rPr i="1"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helado. No te enojes si te lo pido.</a:t>
            </a:r>
            <a:endParaRPr i="1"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 txBox="1"/>
          <p:nvPr/>
        </p:nvSpPr>
        <p:spPr>
          <a:xfrm>
            <a:off x="211775" y="4627138"/>
            <a:ext cx="882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P(te|quiero)=(n apariciones “te quiero”)/(n apariciones “te”) =1/3</a:t>
            </a:r>
            <a:endParaRPr b="1" i="1"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6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44" name="Google Shape;2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6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6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6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800" y="602375"/>
            <a:ext cx="8326500" cy="564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7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55" name="Google Shape;25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7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7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7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87675" y="759825"/>
            <a:ext cx="9001200" cy="52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7"/>
          <p:cNvSpPr txBox="1"/>
          <p:nvPr/>
        </p:nvSpPr>
        <p:spPr>
          <a:xfrm>
            <a:off x="-132750" y="2593925"/>
            <a:ext cx="940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Hablemos del último TP</a:t>
            </a:r>
            <a:endParaRPr sz="48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8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67" name="Google Shape;26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8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8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8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8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Acceder a la API de Youtube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8"/>
          <p:cNvSpPr txBox="1"/>
          <p:nvPr/>
        </p:nvSpPr>
        <p:spPr>
          <a:xfrm>
            <a:off x="301975" y="1719150"/>
            <a:ext cx="88293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 tu </a:t>
            </a: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máquina</a:t>
            </a: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instalar   pip install google-auth google-api-python-client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Ir a la consola de desarrollador de Google Cloud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Crear un proyecto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Habilitar Youtube Data API V3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Credenciales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Crear credenciales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Clave de API   seleccionamos youtube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Te da una clave →hardcodeala</a:t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8"/>
          <p:cNvSpPr txBox="1"/>
          <p:nvPr/>
        </p:nvSpPr>
        <p:spPr>
          <a:xfrm>
            <a:off x="211775" y="4930350"/>
            <a:ext cx="882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Una vez realizado el TP, como buena práctica, borrar la API Key y el proyecto en si</a:t>
            </a:r>
            <a:endParaRPr b="1"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