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32c363ec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c32c363ecf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89be3d45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a89be3d45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9be3d45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a89be3d45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9be3d45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a89be3d45c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89be3d45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a89be3d45c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89be3d45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a89be3d45c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89be3d45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a89be3d45c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89be3d45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a89be3d45c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89be3d45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a89be3d45c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89be3d45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a89be3d45c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35000" y="1905000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Clase 1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Simulación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35000" y="3556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35000" y="4318000"/>
            <a:ext cx="8496300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 M Victoria Tolosa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Montecarlo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Simulación de Montecarlo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01975" y="1719150"/>
            <a:ext cx="8829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Cuando obtener resultados exactos es complicado, la simulación Montecarlo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permite estimarlos a partir de experimentos aleatorios en contextos con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incertidumbre o variabilidad.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▶ Repetimos muchas veces un experimento aleatorio.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▶ Registramos los resultados obtenidos.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▶ Calculamos promedios, probabilidades u otras medidas de interés.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Idea clave: cuando no podemos calcular una solución exacta, podemos simular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muchas veces y observar el comportamiento del sistema.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Simulación de Montecarlo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301975" y="1719150"/>
            <a:ext cx="8829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Ejemplo de esto podría ser lanzar un dado de 6 caras.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Nosotros sabemos que la probabilidad de que toque un número en particular al arrojarlo es de ⅙. Ahora bien, si nos dicen que un lado está trucado? Cómo haríamos para saber cuál es ese lado en cuestión. 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Idea: Tirar el dado 1000 veces y dividir por mil la cantidad de de veces que tocó dicho lado. Para el número cuyo resultado sea mayor a ⅙, ese es el lado trucado. 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Simulación de Montecarlo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301975" y="1719150"/>
            <a:ext cx="88293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Nosotros podemos tirar 1K veces un dado?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Si, pero es sumamente impráctico. La computación ya resolvió esto por nosotros mediante un concepto visto en clases anteriores: la recursión.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Podemos también simular el comportamiento aleatorio con una librería ya vista en la materia: random 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Comandos librería random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125" y="1671878"/>
            <a:ext cx="7611201" cy="4073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Concepto: semilla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01975" y="1719150"/>
            <a:ext cx="8829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Una semilla (seed) es un número que suele ser input de un generador de resultados random. Si cargamos una semilla a una instancia de python, obtendremos siempre los mismos resultados “random”.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 una manera de generar resultados aleatorios pro replicables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718650"/>
            <a:ext cx="8324075" cy="14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2675" y="1541963"/>
            <a:ext cx="6019800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8288" y="1318425"/>
            <a:ext cx="6067425" cy="44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Variables continuas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301975" y="1719150"/>
            <a:ext cx="88293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Cuando queremos modelar casos discretos (arrojar un dado) random.randint(a,b) is the way to go.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 queremos modelar algo que varía de manera continua podemos usar random.random() o su generalización random.uniform(a,b)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938" y="3603650"/>
            <a:ext cx="7455426" cy="142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0675" y="1604763"/>
            <a:ext cx="6808150" cy="37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Experimentos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con memoria/duración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301975" y="1719150"/>
            <a:ext cx="88293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Ciertos experimentos no tienen una cantidad N fija de veces en la cual son ejecutados, si no que dependen de que suceda cierto evento.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Ej5:</a:t>
            </a:r>
            <a:endParaRPr b="1"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Calcular la cantidad promedio de tiradas que uno debe hacer de un dado hasta que sale el número 6.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 la misma forma, hay ciertos experimentos que tienen “memoria” y deben guardar resultados intermedios para poder ejecutarse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Ej6:</a:t>
            </a:r>
            <a:endParaRPr b="1"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Calcular la cantidad promedio de veces que hay que tirar un dado de manera de que salgan 2 caras consecutivas.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