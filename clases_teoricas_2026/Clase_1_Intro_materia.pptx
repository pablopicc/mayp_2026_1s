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anaconda.com/products/distribution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5000" y="1905000"/>
            <a:ext cx="8509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Introducción a la materia: 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35000" y="3556000"/>
            <a:ext cx="85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000" y="4318000"/>
            <a:ext cx="8508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Daniela Longas </a:t>
            </a:r>
            <a:endParaRPr b="0" i="0" sz="24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Cuerpo Docente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35000" y="2540000"/>
            <a:ext cx="85089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Ingeniero Químico (UNLP)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Master en Management &amp; Analytics (UTDT)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Engineer en Urbetrack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Experiencia en datos: Data Analyst → Data Specialist → Data Engineer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Docente en Di Tella desde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4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Cuerpo Docente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35000" y="2540000"/>
            <a:ext cx="8508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Daniela Longas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Economista (UBA)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Master en Management &amp; Analytics (UTDT)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Eng, Mgmt &amp; Governance en Accenture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5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Cuerpo Docente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635000" y="2540000"/>
            <a:ext cx="8508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 Victoria Tolosa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Ingeniera Biomédica (Universidad Favaloro)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Estudiante de Licenciatura en Ciencia de Datos (UNSAM)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Analista de Producto e Integraciones en Adtomic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6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35000" y="1524000"/>
            <a:ext cx="85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Objetivos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edagógicos de la materia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27850" y="2354925"/>
            <a:ext cx="8508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Obtener un nivel intermedio/básico de Python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Integrar Python en trabajos desde una perspectiva de negocios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Aplicar conceptos de computer science y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Plantear algoritmos sencillos para resolución de problemas.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todo: llevarse la lógica universal de la programación.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635000" y="2540000"/>
            <a:ext cx="8508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Clases teóricas: 2 veces por semana (horarios a definir)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Clases prácticas: 1 vez por semana (horarios a definir)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 parciales en papel (1° práctico, 2° teórico/práctico)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 ejercicios semanales (individuales, aprobado/desaprobado)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 TPs (1° individual, otros 3 en grupo de 3 personas)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Aprobación: nota mínima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8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18125" y="920025"/>
            <a:ext cx="85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Modalidades de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317500" y="1705863"/>
            <a:ext cx="8508900" cy="4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Ejercicios semanales: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Entrega por 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Reentrega indefinida hasta aprobar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Requisito: 4 aprobados para aprobar materia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TPs: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Entrega por campus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Sin reentrega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Nota absoluta (0-10)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Parciales: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Ambos deben aprobarse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Recuperatorio disponible (nota máxima: 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9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Consideraciones Éticas y Filosóficas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000" y="2540000"/>
            <a:ext cx="8508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Resistir la tentación de usar ChatGPT. Sobre todo en la 1ra parte de la materia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○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Van a necesitar 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PRÁCTICA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 Al principio no les va a salir nada. Deben amigarse con esa frustración.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Copiarse (tanto en parciales como en TPs/ejercicios) implica falta grave que anula el entregable.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Los TPs son diseñados para ser amplios y poco resolubles por 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0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Consideraciones Técnicas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35000" y="2540000"/>
            <a:ext cx="85089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Deploy/ejecución</a:t>
            </a: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los scripts deben poder correrse en terminal.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Script: archivo de código ejecutable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Terminal: interfaz de línea de comandos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Editor a utilizar: Sublime Text</a:t>
            </a: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(recomendado)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IDE (VSCode/Spyder) opcional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IDE: entorno de desarrollo integrado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1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Material Extra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635000" y="2540000"/>
            <a:ext cx="8508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la sección 'Material Extra' del campus encontrarás: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D2D2D"/>
              </a:buClr>
              <a:buSzPts val="2200"/>
              <a:buFont typeface="Calibri"/>
              <a:buChar char="●"/>
            </a:pP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Links a libros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200"/>
              <a:buFont typeface="Calibri"/>
              <a:buChar char="●"/>
            </a:pP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Material complementario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200"/>
              <a:buFont typeface="Calibri"/>
              <a:buChar char="●"/>
            </a:pP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Cheatsheets con comandos</a:t>
            </a:r>
            <a:endParaRPr b="0" i="0" sz="22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200"/>
              <a:buFont typeface="Calibri"/>
              <a:buChar char="●"/>
            </a:pPr>
            <a:r>
              <a:rPr b="0" i="0" lang="en-US" sz="2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 otras curiosidades que la cátedra crea pertinente</a:t>
            </a:r>
            <a:endParaRPr b="0" i="0" sz="22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2" title="large_10177922_808898155804372_6764366353506386933_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182880" y="137160"/>
            <a:ext cx="5715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82880" y="6382512"/>
            <a:ext cx="5715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635000" y="1524000"/>
            <a:ext cx="85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Software a Utilizar: resumen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635000" y="2540000"/>
            <a:ext cx="85089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Editor: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Sublime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Ejecución: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Terminal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Python 3:</a:t>
            </a: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Distribución Anaconda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Descarga Anaconda: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https://www.anaconda.com/products/distribution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 flipH="1" rot="10800000">
            <a:off x="254000" y="6858000"/>
            <a:ext cx="762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3" title="large_10177922_808898155804372_6764366353506386933_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32475"/>
            <a:ext cx="506550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