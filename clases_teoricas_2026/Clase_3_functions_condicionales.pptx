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6858000" cy="9144000"/>
  <p:embeddedFontLst>
    <p:embeddedFont>
      <p:font typeface="Tahoma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Tahoma-bold.fntdata"/><Relationship Id="rId25" Type="http://schemas.openxmlformats.org/officeDocument/2006/relationships/slide" Target="slides/slide20.xml"/><Relationship Id="rId47" Type="http://schemas.openxmlformats.org/officeDocument/2006/relationships/font" Target="fonts/Tahoma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b126607d_0_0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96" name="Google Shape;96;g3beb126607d_0_0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eb126607d_0_98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89" name="Google Shape;289;g3beb126607d_0_98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eb126607d_0_107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92" name="Google Shape;392;g3beb126607d_0_107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eb126607d_0_116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26" name="Google Shape;426;g3beb126607d_0_116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eb126607d_0_125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03" name="Google Shape;503;g3beb126607d_0_125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5" name="Google Shape;585;p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p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>
  <p:cSld name="Blank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0" y="0"/>
            <a:ext cx="9135747" cy="6852123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08960" y="6377939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77939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724559" y="6622449"/>
            <a:ext cx="30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397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 flipH="1" rot="10800000">
            <a:off x="-16364" y="6294231"/>
            <a:ext cx="9176700" cy="3282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79315" rotWithShape="0" dir="5400000" dist="45606">
              <a:srgbClr val="000000">
                <a:alpha val="34510"/>
              </a:srgbClr>
            </a:outerShdw>
          </a:effectLst>
        </p:spPr>
        <p:txBody>
          <a:bodyPr anchorCtr="0" anchor="ctr" bIns="90625" lIns="181275" spcFirstLastPara="1" rIns="181275" wrap="square" tIns="90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1240" y="6343001"/>
            <a:ext cx="158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1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635000" y="1905000"/>
            <a:ext cx="850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3: Funciones + condicional (if statement) + recursividad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35000" y="3556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35000" y="4318000"/>
            <a:ext cx="8496300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2240672" y="320768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FUNCTIONS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9" name="Google Shape;99;p15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100" name="Google Shape;100;p15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01975" y="1719150"/>
            <a:ext cx="882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Una función es una </a:t>
            </a: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secuencia de instrucciones 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 realiza un cómputo a la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 se le ha asignado un nombre. Luego, este cómputo puede ser invocado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llamando a la función por su nombre.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54000" y="280642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Para pensar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01975" y="3496200"/>
            <a:ext cx="8829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Soy un norteamericano que vive en Argentina y quiero pasar Celsius a Fahrenheit día a día.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(20*9/5)+32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(22*9/5)+32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(18*9/5)+32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Realizar estos cálculos de manera directa en Python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Sintaxis de una función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01975" y="1719150"/>
            <a:ext cx="88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Claramente podría hacer una función que haga el pasaje de Celsius a Fahrenheit.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0600" y="2159850"/>
            <a:ext cx="6072400" cy="13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211775" y="3888025"/>
            <a:ext cx="8829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def: 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Palabra reservada por python para definir una función.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pasaje_c_f: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Nombre de la función. Uno le puede poner cualquier nombre.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la función, que también puede tener cualquier nombre, lo que importa es lo que significa.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return: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palabra clave para explicitar el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 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la función.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11775" y="5593575"/>
            <a:ext cx="88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Hay 2 elementos ocultos que estamos ignorando.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 dan cuenta cuáles son?</a:t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Sintaxis de una función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254000" y="1637750"/>
            <a:ext cx="8829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“:” + indentación: 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manera que tiene Python de decir “estas líneas de código pertenecen a esta función que se define más arriba” es mediante indentación. La misma es una suerte de “sangría”. También la utilizaremos al hablar del </a:t>
            </a: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loop más adelante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71975" y="9297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Para pensar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254000" y="1637750"/>
            <a:ext cx="882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 necesario que una función tenga uno o más inputs?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 necesario que una función tenga uno o más outputs?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254000" y="253022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254000" y="3105325"/>
            <a:ext cx="882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una función que printee por pantalla tu nombre y apellido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350" y="714175"/>
            <a:ext cx="7679750" cy="15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177800" y="2451300"/>
            <a:ext cx="850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Para pensar: Cuál es el tipo de datos de m? Cuánto vale? Qué vemos por pantalla?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77800" y="3428988"/>
            <a:ext cx="8508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situación1:</a:t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presentacion()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m=presentacion()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type(m)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78775" y="4857738"/>
            <a:ext cx="8508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situación1:</a:t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presentacion_2()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m=presentacion_2()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type(m)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Ejercicio: Reloj  californiano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254000" y="1687975"/>
            <a:ext cx="850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Codear una function cuyo input sean las horas y minutos en Buenos Aires y su output sea su hora y minutos en California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Por qué usar functions?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254000" y="1687975"/>
            <a:ext cx="85089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Expandir el lenguaje con nuevas funcionalidades/herramientas.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Construir programas en base a piezas simples, pequeñas.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Ordenar conceptualmente el código.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Reutilización del código: construir nuevos programas en base a otros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existentes.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Facilitar el debug: búsqueda (y corrección) de errores en un único lugar.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Facilitar el mantenimiento del código a largo plazo.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Variables locales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98125" y="4074625"/>
            <a:ext cx="850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hace la function? 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estoy tratando de calcular?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Por qué esto falla?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663" y="1438938"/>
            <a:ext cx="7192675" cy="24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Variables locales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98125" y="1337275"/>
            <a:ext cx="8508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Toda variable definida dentro de una función tiene validez sólo dentro de esa función. Se la llama variable local.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manera de “sacar hacia afuera” una variable local es returnearla básicamente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28" name="Google Shape;2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Orden de parámetros y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98125" y="1337275"/>
            <a:ext cx="850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Una función no tiene manera de sacar por contexto el significado de un input. Para que todo funcione como se pretende, la manera es pasar los inputs en orden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177800" y="4499800"/>
            <a:ext cx="850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Este script arroja un error? Returnea lo que queremos?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597875"/>
            <a:ext cx="8839201" cy="1572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42" name="Google Shape;2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Función 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98125" y="1337275"/>
            <a:ext cx="85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Hay varias maneras de ejecutar un script. La cátedra sigue la siguiente estructura.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600" y="2076175"/>
            <a:ext cx="6052926" cy="36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55" name="Google Shape;2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Función 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98125" y="1337275"/>
            <a:ext cx="850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 comenzar la ejecución, python realiza un screen de todas las functions creadas.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Acto seguido, nota el inicializador y triggerea la function main()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idea es que main sea la function donde la lógica del script sea explicada y las variables sean definidas.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67" name="Google Shape;2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Reutilización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98125" y="1337275"/>
            <a:ext cx="85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 prestaron atención, 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invocamos una función dentro de otra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Esto es perfectamente factible, se llama reutilizar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1132450" y="5448450"/>
            <a:ext cx="665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Qué hace esta pieza de código?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200" y="2173800"/>
            <a:ext cx="5663275" cy="32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78650" y="2593925"/>
            <a:ext cx="85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Realizar un script que calcule el retorno de comprar una acción y luego venderla.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/>
        </p:nvSpPr>
        <p:spPr>
          <a:xfrm>
            <a:off x="2240677" y="3207675"/>
            <a:ext cx="6139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ESTRUCTURA CONDICIONAL (IF STATEMENT)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2" name="Google Shape;292;p30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293" name="Google Shape;293;p30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Condicional (if)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98150" y="1405450"/>
            <a:ext cx="85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cláusula if te permite alterar el flujo de ejecución dependiendo del resultado de una operación booleana.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6550" y="2238300"/>
            <a:ext cx="3909800" cy="26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/>
        </p:nvSpPr>
        <p:spPr>
          <a:xfrm>
            <a:off x="1613300" y="5250178"/>
            <a:ext cx="547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dicen que hace esta pieza de código?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17" name="Google Shape;3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Condicional (if)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98150" y="1405450"/>
            <a:ext cx="8508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If es una palabra reservada que sirve para plantear una condición.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caso de que la operación booleana que esta inmediatamente despuś (corolario) sea verdadera, se ejecuta lo que está indentado dentro.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Puede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haber otras palabras que formen parte de la misma estructura condicional, todas ellas con su propia indentación: 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elif y else.</a:t>
            </a:r>
            <a:endParaRPr b="1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Elif, al igual que el if, tiene un corolario. Else no, ya que else es la opción de descarte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29" name="Google Shape;3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 sencillo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62750" y="1469550"/>
            <a:ext cx="769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una function que reciba 2 números y devuelva el mínimo entre los 2. 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4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el 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000" y="1378750"/>
            <a:ext cx="4373200" cy="16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400" y="1378750"/>
            <a:ext cx="4373200" cy="168993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594575" y="3310700"/>
            <a:ext cx="769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printea cada bloque de código por pantalla?</a:t>
            </a:r>
            <a:endParaRPr b="1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55" name="Google Shape;3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el 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117250" y="1576700"/>
            <a:ext cx="827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Cada vez que tenemos un if, comienza una estructura condicional nueva, 2 ifs no es equivalente a un if+ un elif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67" name="Google Shape;3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6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el 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117250" y="1576700"/>
            <a:ext cx="850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 aca? Hay alguna diferencia en correr estas 2 piezas de código?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75" y="2361425"/>
            <a:ext cx="4794425" cy="11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475" y="3666775"/>
            <a:ext cx="4794407" cy="11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6"/>
          <p:cNvSpPr txBox="1"/>
          <p:nvPr/>
        </p:nvSpPr>
        <p:spPr>
          <a:xfrm>
            <a:off x="5026600" y="2504450"/>
            <a:ext cx="401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la primera estamos viendo un if 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anidado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la 2da estamos viendo un if con un 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corolario de 2ble condición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82" name="Google Shape;3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7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7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el if y el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7"/>
          <p:cNvSpPr txBox="1"/>
          <p:nvPr/>
        </p:nvSpPr>
        <p:spPr>
          <a:xfrm>
            <a:off x="117250" y="1576700"/>
            <a:ext cx="850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piensan que sucede en esta línea de código?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2250" y="2098400"/>
            <a:ext cx="3002267" cy="23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7"/>
          <p:cNvSpPr txBox="1"/>
          <p:nvPr/>
        </p:nvSpPr>
        <p:spPr>
          <a:xfrm>
            <a:off x="55350" y="4748950"/>
            <a:ext cx="85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Cuando la ejecución de una función se topa con un return, devuelve el valor interrumpiendo la operatoria</a:t>
            </a:r>
            <a:endParaRPr b="1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 txBox="1"/>
          <p:nvPr/>
        </p:nvSpPr>
        <p:spPr>
          <a:xfrm>
            <a:off x="2240677" y="3207675"/>
            <a:ext cx="6139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DIVISIÓN ENTERA Y RESTO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95" name="Google Shape;395;p38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396" name="Google Shape;396;p38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8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06" name="Google Shape;4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9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 operadores importantes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117250" y="1576700"/>
            <a:ext cx="8508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división entera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“//” devuelve la parte entera del float que se genera al realizar una división. Siempre redondea hacia abajo.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resto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“%” devuelve, valga la redundancia, el resto de una división entera entre 2 números.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0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18" name="Google Shape;41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0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0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0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0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0"/>
          <p:cNvSpPr txBox="1"/>
          <p:nvPr/>
        </p:nvSpPr>
        <p:spPr>
          <a:xfrm>
            <a:off x="117250" y="1576700"/>
            <a:ext cx="850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un script que devuelva horas y minutos a partir de minutos.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Ej: Input 105 minutos. Output 1 hs y 45 min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/>
          <p:nvPr/>
        </p:nvSpPr>
        <p:spPr>
          <a:xfrm>
            <a:off x="2240677" y="3207675"/>
            <a:ext cx="6139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MÓDULOS, LIBRERÍAS Y PAQUETES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9" name="Google Shape;429;p41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430" name="Google Shape;430;p41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1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1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1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2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40" name="Google Shape;44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2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2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2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2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Built - in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2"/>
          <p:cNvSpPr txBox="1"/>
          <p:nvPr/>
        </p:nvSpPr>
        <p:spPr>
          <a:xfrm>
            <a:off x="117250" y="1576700"/>
            <a:ext cx="8508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 importante notar que, si bien recién hoy nos enteramos de lo que una function es y como crearla, ya venimos usando funciones.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type(), print(), str()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Estas son llamadas built-in functions y son funciones pre-programadas que ya vienen dentro de python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52" name="Google Shape;4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3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Módulo/librería/paquete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3"/>
          <p:cNvSpPr txBox="1"/>
          <p:nvPr/>
        </p:nvSpPr>
        <p:spPr>
          <a:xfrm>
            <a:off x="117250" y="1576700"/>
            <a:ext cx="8508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Usaremos los 3 términos como sinónimos.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Son un conjunto de variables, constantes y funciones empaquetados en una carpeta. El mismo es mantenido por una comunidad y puede ser importado a tu código en python.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Hay 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muchas maneras</a:t>
            </a: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de llamar a una librería para usarla en tu código.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64" name="Google Shape;4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4"/>
          <p:cNvSpPr txBox="1"/>
          <p:nvPr/>
        </p:nvSpPr>
        <p:spPr>
          <a:xfrm>
            <a:off x="254000" y="8037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9" name="Google Shape;46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87200"/>
            <a:ext cx="40767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800" y="2457450"/>
            <a:ext cx="40767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3581400"/>
            <a:ext cx="35242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" y="4786975"/>
            <a:ext cx="35433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4"/>
          <p:cNvSpPr txBox="1"/>
          <p:nvPr/>
        </p:nvSpPr>
        <p:spPr>
          <a:xfrm>
            <a:off x="4644150" y="3062375"/>
            <a:ext cx="3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Qué potencial problema tiene la importación sin alias ni nombre completo?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80" name="Google Shape;48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5"/>
          <p:cNvSpPr txBox="1"/>
          <p:nvPr/>
        </p:nvSpPr>
        <p:spPr>
          <a:xfrm>
            <a:off x="254000" y="8037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tu propio módulo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5"/>
          <p:cNvSpPr txBox="1"/>
          <p:nvPr/>
        </p:nvSpPr>
        <p:spPr>
          <a:xfrm>
            <a:off x="3422550" y="1478700"/>
            <a:ext cx="267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Guardo esto en mi en un script llamado funciones_locas.py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000" y="1467000"/>
            <a:ext cx="2946425" cy="13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000" y="3057225"/>
            <a:ext cx="2973475" cy="12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5"/>
          <p:cNvSpPr txBox="1"/>
          <p:nvPr/>
        </p:nvSpPr>
        <p:spPr>
          <a:xfrm>
            <a:off x="3422550" y="3057225"/>
            <a:ext cx="5159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misma carpeta puedo crear otro script e importar estas funciones dentro de un paquete que se llamará igual que el .py donde guardaste las funciones.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95" name="Google Shape;49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6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 dificultad 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6"/>
          <p:cNvSpPr txBox="1"/>
          <p:nvPr/>
        </p:nvSpPr>
        <p:spPr>
          <a:xfrm>
            <a:off x="117250" y="1576700"/>
            <a:ext cx="85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un script que nos diga si este año en el que estamos es o no bisiesto.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7"/>
          <p:cNvSpPr txBox="1"/>
          <p:nvPr/>
        </p:nvSpPr>
        <p:spPr>
          <a:xfrm>
            <a:off x="2240677" y="3207675"/>
            <a:ext cx="6139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RECURSIÓN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06" name="Google Shape;506;p47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507" name="Google Shape;507;p47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7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7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7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517" name="Google Shape;5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8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Recursión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8"/>
          <p:cNvSpPr txBox="1"/>
          <p:nvPr/>
        </p:nvSpPr>
        <p:spPr>
          <a:xfrm>
            <a:off x="127000" y="1430575"/>
            <a:ext cx="850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Como vimos en la intro a la materia, unas de las cosas que siempre se busca hacer computacionalmente son cálculos iterativos que costaría mucho realizar uno a uno.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8"/>
          <p:cNvSpPr txBox="1"/>
          <p:nvPr/>
        </p:nvSpPr>
        <p:spPr>
          <a:xfrm>
            <a:off x="254000" y="2919350"/>
            <a:ext cx="8508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Una forma de hacerlo es creando estructuras que llamamos loops (los veremos en la próxima clase)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Otra forma de hacerlo es mediante una técnica llamada recursión.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9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530" name="Google Shape;5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9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9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9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9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Recursión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9"/>
          <p:cNvSpPr txBox="1"/>
          <p:nvPr/>
        </p:nvSpPr>
        <p:spPr>
          <a:xfrm>
            <a:off x="127000" y="1430575"/>
            <a:ext cx="85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Una función recursiva es una función que se llama a sí misma hasta tocar un caso base. Este caso base delimita el fin de la ejecución.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49" title="mamushka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475" y="2516700"/>
            <a:ext cx="1679000" cy="30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9" title="mamushka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9675" y="3286275"/>
            <a:ext cx="1289000" cy="23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9" title="mamushka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5600" y="3908100"/>
            <a:ext cx="970800" cy="177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9" title="mamushka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0" y="4373950"/>
            <a:ext cx="753075" cy="13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9" title="mamushka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2325" y="4776775"/>
            <a:ext cx="559150" cy="102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1" name="Google Shape;541;p49"/>
          <p:cNvCxnSpPr/>
          <p:nvPr/>
        </p:nvCxnSpPr>
        <p:spPr>
          <a:xfrm flipH="1">
            <a:off x="7523525" y="3662800"/>
            <a:ext cx="39000" cy="10035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2" name="Google Shape;542;p49"/>
          <p:cNvSpPr txBox="1"/>
          <p:nvPr/>
        </p:nvSpPr>
        <p:spPr>
          <a:xfrm>
            <a:off x="6990925" y="3288475"/>
            <a:ext cx="15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Caso base</a:t>
            </a:r>
            <a:endParaRPr b="1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0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549" name="Google Shape;54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0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0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0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0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Ejemplo: calcular el factorial de un número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300" y="1417700"/>
            <a:ext cx="6111375" cy="1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0"/>
          <p:cNvSpPr txBox="1"/>
          <p:nvPr/>
        </p:nvSpPr>
        <p:spPr>
          <a:xfrm>
            <a:off x="177800" y="3059550"/>
            <a:ext cx="48390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Osea: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9!= 9x8x7x6x5x4x3x2x1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3!= 3x2x1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12!= 12x11x10x9x8x7x6x5x4x3x2x1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0"/>
          <p:cNvSpPr txBox="1"/>
          <p:nvPr/>
        </p:nvSpPr>
        <p:spPr>
          <a:xfrm>
            <a:off x="5668525" y="3798450"/>
            <a:ext cx="342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Cuánto es 0! 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Hay factorial de números no-naturales?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1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563" name="Google Shape;5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1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1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1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1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Ejemplo: calcular el factorial de un número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Google Shape;56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4650" y="1359250"/>
            <a:ext cx="4258150" cy="19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1"/>
          <p:cNvSpPr txBox="1"/>
          <p:nvPr/>
        </p:nvSpPr>
        <p:spPr>
          <a:xfrm>
            <a:off x="352775" y="3497200"/>
            <a:ext cx="7868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podemos ver aca?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Como ya dijimos, la function se llama a sí misma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function devuelve un output (return) a cada iteración.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 primer if delimita el caso base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2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576" name="Google Shape;5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2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52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2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2"/>
          <p:cNvSpPr txBox="1"/>
          <p:nvPr/>
        </p:nvSpPr>
        <p:spPr>
          <a:xfrm>
            <a:off x="254000" y="8049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Ejemplo: calcular el factorial de un número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4650" y="1359250"/>
            <a:ext cx="4258150" cy="19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2"/>
          <p:cNvSpPr txBox="1"/>
          <p:nvPr/>
        </p:nvSpPr>
        <p:spPr>
          <a:xfrm>
            <a:off x="294325" y="3358300"/>
            <a:ext cx="7868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f(6). Procedimiento, estos pasos va realizando el algoritmo: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 * fact(5)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6*5*fact(4)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6*5*4*fact(3)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6*5*4*3*fact(2)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6*5*4*3*2*fact(1)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6*5*4*3*2*1*fact(0)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6*5*4*3*2*1*1 = 720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589" name="Google Shape;58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3"/>
          <p:cNvSpPr txBox="1"/>
          <p:nvPr/>
        </p:nvSpPr>
        <p:spPr>
          <a:xfrm>
            <a:off x="177800" y="2567100"/>
            <a:ext cx="850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pasa si tenemos una función recursiva y no tenemos ningún caso base?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4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600" name="Google Shape;6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4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4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4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4"/>
          <p:cNvSpPr txBox="1"/>
          <p:nvPr/>
        </p:nvSpPr>
        <p:spPr>
          <a:xfrm>
            <a:off x="138825" y="12520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 dificultad 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4"/>
          <p:cNvSpPr txBox="1"/>
          <p:nvPr/>
        </p:nvSpPr>
        <p:spPr>
          <a:xfrm>
            <a:off x="138825" y="2173975"/>
            <a:ext cx="85089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Crear una function que devuelva el n puesto de la serie de Fibonacci</a:t>
            </a:r>
            <a:endParaRPr b="0" i="0" sz="2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Ej:</a:t>
            </a:r>
            <a:endParaRPr b="0" i="0" sz="2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fibo(8)= 21</a:t>
            </a:r>
            <a:endParaRPr b="0" i="0" sz="2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fibo(7)= 13</a:t>
            </a:r>
            <a:endParaRPr b="0" i="0" sz="2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