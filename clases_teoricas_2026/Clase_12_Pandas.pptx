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11.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0.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16.xml" ContentType="application/vnd.openxmlformats-officedocument.theme+xml"/>
  <Override PartName="/ppt/theme/theme6.xml" ContentType="application/vnd.openxmlformats-officedocument.theme+xml"/>
  <Override PartName="/ppt/theme/theme15.xml" ContentType="application/vnd.openxmlformats-officedocument.theme+xml"/>
  <Override PartName="/ppt/theme/theme5.xml" ContentType="application/vnd.openxmlformats-officedocument.theme+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7.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_rels/slideLayout4.xml.rels" ContentType="application/vnd.openxmlformats-package.relationships+xml"/>
  <Override PartName="/ppt/slideLayouts/_rels/slideLayout12.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_rels/slide9.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34.xml.rels" ContentType="application/vnd.openxmlformats-package.relationships+xml"/>
  <Override PartName="/ppt/slides/_rels/slide10.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28.xml.rels" ContentType="application/vnd.openxmlformats-package.relationships+xml"/>
  <Override PartName="/ppt/slides/_rels/slide30.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29.xml.rels" ContentType="application/vnd.openxmlformats-package.relationships+xml"/>
  <Override PartName="/ppt/slides/_rels/slide31.xml.rels" ContentType="application/vnd.openxmlformats-package.relationships+xml"/>
  <Override PartName="/ppt/slides/_rels/slide35.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31.xml" ContentType="application/vnd.openxmlformats-officedocument.presentationml.slide+xml"/>
  <Override PartName="/ppt/slides/slide43.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notesSlides/_rels/notesSlide32.xml.rels" ContentType="application/vnd.openxmlformats-package.relationships+xml"/>
  <Override PartName="/ppt/notesSlides/_rels/notesSlide33.xml.rels" ContentType="application/vnd.openxmlformats-package.relationships+xml"/>
  <Override PartName="/ppt/notesSlides/_rels/notesSlide34.xml.rels" ContentType="application/vnd.openxmlformats-package.relationships+xml"/>
  <Override PartName="/ppt/notesSlides/_rels/notesSlide35.xml.rels" ContentType="application/vnd.openxmlformats-package.relationships+xml"/>
  <Override PartName="/ppt/notesSlides/_rels/notesSlide36.xml.rels" ContentType="application/vnd.openxmlformats-package.relationships+xml"/>
  <Override PartName="/ppt/notesSlides/_rels/notesSlide37.xml.rels" ContentType="application/vnd.openxmlformats-package.relationships+xml"/>
  <Override PartName="/ppt/notesSlides/_rels/notesSlide39.xml.rels" ContentType="application/vnd.openxmlformats-package.relationships+xml"/>
  <Override PartName="/ppt/notesSlides/_rels/notesSlide41.xml.rels" ContentType="application/vnd.openxmlformats-package.relationships+xml"/>
  <Override PartName="/ppt/notesSlides/_rels/notesSlide29.xml.rels" ContentType="application/vnd.openxmlformats-package.relationships+xml"/>
  <Override PartName="/ppt/notesSlides/_rels/notesSlide31.xml.rels" ContentType="application/vnd.openxmlformats-package.relationships+xml"/>
  <Override PartName="/ppt/notesSlides/_rels/notesSlide40.xml.rels" ContentType="application/vnd.openxmlformats-package.relationships+xml"/>
  <Override PartName="/ppt/notesSlides/_rels/notesSlide42.xml.rels" ContentType="application/vnd.openxmlformats-package.relationships+xml"/>
  <Override PartName="/ppt/notesSlides/_rels/notesSlide43.xml.rels" ContentType="application/vnd.openxmlformats-package.relationships+xml"/>
  <Override PartName="/ppt/notesSlides/_rels/notesSlide30.xml.rels" ContentType="application/vnd.openxmlformats-package.relationships+xml"/>
  <Override PartName="/ppt/notesSlides/_rels/notesSlide28.xml.rels" ContentType="application/vnd.openxmlformats-package.relationships+xml"/>
  <Override PartName="/ppt/notesSlides/_rels/notesSlide27.xml.rels" ContentType="application/vnd.openxmlformats-package.relationships+xml"/>
  <Override PartName="/ppt/notesSlides/_rels/notesSlide22.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17.xml.rels" ContentType="application/vnd.openxmlformats-package.relationships+xml"/>
  <Override PartName="/ppt/notesSlides/_rels/notesSlide16.xml.rels" ContentType="application/vnd.openxmlformats-package.relationships+xml"/>
  <Override PartName="/ppt/notesSlides/_rels/notesSlide15.xml.rels" ContentType="application/vnd.openxmlformats-package.relationships+xml"/>
  <Override PartName="/ppt/notesSlides/_rels/notesSlide26.xml.rels" ContentType="application/vnd.openxmlformats-package.relationships+xml"/>
  <Override PartName="/ppt/notesSlides/_rels/notesSlide14.xml.rels" ContentType="application/vnd.openxmlformats-package.relationships+xml"/>
  <Override PartName="/ppt/notesSlides/_rels/notesSlide25.xml.rels" ContentType="application/vnd.openxmlformats-package.relationships+xml"/>
  <Override PartName="/ppt/notesSlides/_rels/notesSlide13.xml.rels" ContentType="application/vnd.openxmlformats-package.relationships+xml"/>
  <Override PartName="/ppt/notesSlides/_rels/notesSlide24.xml.rels" ContentType="application/vnd.openxmlformats-package.relationships+xml"/>
  <Override PartName="/ppt/notesSlides/_rels/notesSlide12.xml.rels" ContentType="application/vnd.openxmlformats-package.relationship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9.xml" ContentType="application/vnd.openxmlformats-officedocument.presentationml.notesSlide+xml"/>
  <Override PartName="/ppt/notesSlides/notesSlide41.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30.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12.xml" ContentType="application/vnd.openxmlformats-officedocument.presentationml.notesSlide+xml"/>
  <Override PartName="/ppt/notesSlides/notesSlide24.xml" ContentType="application/vnd.openxmlformats-officedocument.presentationml.notesSlide+xml"/>
  <Override PartName="/ppt/notesSlides/notesSlide13.xml" ContentType="application/vnd.openxmlformats-officedocument.presentationml.notesSlide+xml"/>
  <Override PartName="/ppt/notesSlides/notesSlide25.xml" ContentType="application/vnd.openxmlformats-officedocument.presentationml.notesSlide+xml"/>
  <Override PartName="/ppt/notesSlides/notesSlide14.xml" ContentType="application/vnd.openxmlformats-officedocument.presentationml.notesSlide+xml"/>
  <Override PartName="/ppt/notesSlides/notesSlide26.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Lst>
  <p:notesMasterIdLst>
    <p:notesMasterId r:id="rId17"/>
  </p:notesMasterIdLst>
  <p:sldIdLst>
    <p:sldId id="256" r:id="rId18"/>
    <p:sldId id="257" r:id="rId19"/>
    <p:sldId id="258" r:id="rId20"/>
    <p:sldId id="259" r:id="rId21"/>
    <p:sldId id="260" r:id="rId22"/>
    <p:sldId id="261" r:id="rId23"/>
    <p:sldId id="262" r:id="rId24"/>
    <p:sldId id="263" r:id="rId25"/>
    <p:sldId id="264" r:id="rId26"/>
    <p:sldId id="265" r:id="rId27"/>
    <p:sldId id="266" r:id="rId28"/>
    <p:sldId id="267" r:id="rId29"/>
    <p:sldId id="268" r:id="rId30"/>
    <p:sldId id="269" r:id="rId31"/>
    <p:sldId id="270" r:id="rId32"/>
    <p:sldId id="271" r:id="rId33"/>
    <p:sldId id="272" r:id="rId34"/>
    <p:sldId id="273" r:id="rId35"/>
    <p:sldId id="274" r:id="rId36"/>
    <p:sldId id="275" r:id="rId37"/>
    <p:sldId id="276" r:id="rId38"/>
    <p:sldId id="277" r:id="rId39"/>
    <p:sldId id="278" r:id="rId40"/>
    <p:sldId id="279" r:id="rId41"/>
    <p:sldId id="280" r:id="rId42"/>
    <p:sldId id="281" r:id="rId43"/>
    <p:sldId id="282" r:id="rId44"/>
    <p:sldId id="283" r:id="rId45"/>
    <p:sldId id="284" r:id="rId46"/>
    <p:sldId id="285" r:id="rId47"/>
    <p:sldId id="286" r:id="rId48"/>
    <p:sldId id="287" r:id="rId49"/>
    <p:sldId id="288" r:id="rId50"/>
    <p:sldId id="289" r:id="rId51"/>
    <p:sldId id="290" r:id="rId52"/>
    <p:sldId id="291" r:id="rId53"/>
    <p:sldId id="292" r:id="rId54"/>
    <p:sldId id="293" r:id="rId55"/>
    <p:sldId id="294" r:id="rId56"/>
    <p:sldId id="295" r:id="rId57"/>
    <p:sldId id="296" r:id="rId58"/>
    <p:sldId id="297" r:id="rId59"/>
    <p:sldId id="298" r:id="rId60"/>
  </p:sldIdLst>
  <p:sldSz cx="4610100" cy="3460750"/>
  <p:notesSz cx="4610100" cy="346075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notesMaster" Target="notesMasters/notesMaster1.xml"/><Relationship Id="rId18" Type="http://schemas.openxmlformats.org/officeDocument/2006/relationships/slide" Target="slides/slide1.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9.xml"/><Relationship Id="rId27" Type="http://schemas.openxmlformats.org/officeDocument/2006/relationships/slide" Target="slides/slide10.xml"/><Relationship Id="rId28" Type="http://schemas.openxmlformats.org/officeDocument/2006/relationships/slide" Target="slides/slide11.xml"/><Relationship Id="rId29" Type="http://schemas.openxmlformats.org/officeDocument/2006/relationships/slide" Target="slides/slide12.xml"/><Relationship Id="rId30" Type="http://schemas.openxmlformats.org/officeDocument/2006/relationships/slide" Target="slides/slide13.xml"/><Relationship Id="rId31" Type="http://schemas.openxmlformats.org/officeDocument/2006/relationships/slide" Target="slides/slide14.xml"/><Relationship Id="rId32" Type="http://schemas.openxmlformats.org/officeDocument/2006/relationships/slide" Target="slides/slide15.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9.xml"/><Relationship Id="rId37" Type="http://schemas.openxmlformats.org/officeDocument/2006/relationships/slide" Target="slides/slide20.xml"/><Relationship Id="rId38" Type="http://schemas.openxmlformats.org/officeDocument/2006/relationships/slide" Target="slides/slide21.xml"/><Relationship Id="rId39" Type="http://schemas.openxmlformats.org/officeDocument/2006/relationships/slide" Target="slides/slide22.xml"/><Relationship Id="rId40" Type="http://schemas.openxmlformats.org/officeDocument/2006/relationships/slide" Target="slides/slide23.xml"/><Relationship Id="rId41" Type="http://schemas.openxmlformats.org/officeDocument/2006/relationships/slide" Target="slides/slide24.xml"/><Relationship Id="rId42" Type="http://schemas.openxmlformats.org/officeDocument/2006/relationships/slide" Target="slides/slide25.xml"/><Relationship Id="rId43" Type="http://schemas.openxmlformats.org/officeDocument/2006/relationships/slide" Target="slides/slide26.xml"/><Relationship Id="rId44" Type="http://schemas.openxmlformats.org/officeDocument/2006/relationships/slide" Target="slides/slide27.xml"/><Relationship Id="rId45" Type="http://schemas.openxmlformats.org/officeDocument/2006/relationships/slide" Target="slides/slide28.xml"/><Relationship Id="rId46" Type="http://schemas.openxmlformats.org/officeDocument/2006/relationships/slide" Target="slides/slide29.xml"/><Relationship Id="rId47" Type="http://schemas.openxmlformats.org/officeDocument/2006/relationships/slide" Target="slides/slide30.xml"/><Relationship Id="rId48" Type="http://schemas.openxmlformats.org/officeDocument/2006/relationships/slide" Target="slides/slide31.xml"/><Relationship Id="rId49" Type="http://schemas.openxmlformats.org/officeDocument/2006/relationships/slide" Target="slides/slide32.xml"/><Relationship Id="rId50" Type="http://schemas.openxmlformats.org/officeDocument/2006/relationships/slide" Target="slides/slide33.xml"/><Relationship Id="rId51" Type="http://schemas.openxmlformats.org/officeDocument/2006/relationships/slide" Target="slides/slide34.xml"/><Relationship Id="rId52" Type="http://schemas.openxmlformats.org/officeDocument/2006/relationships/slide" Target="slides/slide35.xml"/><Relationship Id="rId53" Type="http://schemas.openxmlformats.org/officeDocument/2006/relationships/slide" Target="slides/slide36.xml"/><Relationship Id="rId54" Type="http://schemas.openxmlformats.org/officeDocument/2006/relationships/slide" Target="slides/slide37.xml"/><Relationship Id="rId55" Type="http://schemas.openxmlformats.org/officeDocument/2006/relationships/slide" Target="slides/slide38.xml"/><Relationship Id="rId56" Type="http://schemas.openxmlformats.org/officeDocument/2006/relationships/slide" Target="slides/slide39.xml"/><Relationship Id="rId57" Type="http://schemas.openxmlformats.org/officeDocument/2006/relationships/slide" Target="slides/slide40.xml"/><Relationship Id="rId58" Type="http://schemas.openxmlformats.org/officeDocument/2006/relationships/slide" Target="slides/slide41.xml"/><Relationship Id="rId59" Type="http://schemas.openxmlformats.org/officeDocument/2006/relationships/slide" Target="slides/slide42.xml"/><Relationship Id="rId60" Type="http://schemas.openxmlformats.org/officeDocument/2006/relationships/slide" Target="slides/slide43.xml"/><Relationship Id="rId6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400" spc="-1" strike="noStrike">
                <a:solidFill>
                  <a:srgbClr val="000000"/>
                </a:solidFill>
                <a:latin typeface="Arial"/>
              </a:rPr>
              <a:t>Click to move the slide</a:t>
            </a:r>
            <a:endParaRPr b="0" lang="en-US" sz="1400" spc="-1" strike="noStrike">
              <a:solidFill>
                <a:srgbClr val="000000"/>
              </a:solidFill>
              <a:latin typeface="Arial"/>
            </a:endParaRPr>
          </a:p>
        </p:txBody>
      </p:sp>
      <p:sp>
        <p:nvSpPr>
          <p:cNvPr id="6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6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67" name="PlaceHolder 4"/>
          <p:cNvSpPr>
            <a:spLocks noGrp="1"/>
          </p:cNvSpPr>
          <p:nvPr>
            <p:ph type="dt" idx="2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8" name="PlaceHolder 5"/>
          <p:cNvSpPr>
            <a:spLocks noGrp="1"/>
          </p:cNvSpPr>
          <p:nvPr>
            <p:ph type="ftr" idx="2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9" name="PlaceHolder 6"/>
          <p:cNvSpPr>
            <a:spLocks noGrp="1"/>
          </p:cNvSpPr>
          <p:nvPr>
            <p:ph type="sldNum" idx="2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68C944F1-499A-415D-B0AB-41DA94A563ED}"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382" name="PlaceHolder 2"/>
          <p:cNvSpPr>
            <a:spLocks noGrp="1"/>
          </p:cNvSpPr>
          <p:nvPr>
            <p:ph type="sldImg"/>
          </p:nvPr>
        </p:nvSpPr>
        <p:spPr>
          <a:xfrm>
            <a:off x="768600" y="259560"/>
            <a:ext cx="3073320" cy="1297440"/>
          </a:xfrm>
          <a:prstGeom prst="rect">
            <a:avLst/>
          </a:prstGeom>
          <a:ln w="0">
            <a:noFill/>
          </a:ln>
        </p:spPr>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384" name="PlaceHolder 2"/>
          <p:cNvSpPr>
            <a:spLocks noGrp="1"/>
          </p:cNvSpPr>
          <p:nvPr>
            <p:ph type="sldImg"/>
          </p:nvPr>
        </p:nvSpPr>
        <p:spPr>
          <a:xfrm>
            <a:off x="768600" y="259560"/>
            <a:ext cx="3073320" cy="1297440"/>
          </a:xfrm>
          <a:prstGeom prst="rect">
            <a:avLst/>
          </a:prstGeom>
          <a:ln w="0">
            <a:noFill/>
          </a:ln>
        </p:spPr>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386" name="PlaceHolder 2"/>
          <p:cNvSpPr>
            <a:spLocks noGrp="1"/>
          </p:cNvSpPr>
          <p:nvPr>
            <p:ph type="sldImg"/>
          </p:nvPr>
        </p:nvSpPr>
        <p:spPr>
          <a:xfrm>
            <a:off x="768600" y="259560"/>
            <a:ext cx="3073320" cy="1297440"/>
          </a:xfrm>
          <a:prstGeom prst="rect">
            <a:avLst/>
          </a:prstGeom>
          <a:ln w="0">
            <a:noFill/>
          </a:ln>
        </p:spPr>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388" name="PlaceHolder 2"/>
          <p:cNvSpPr>
            <a:spLocks noGrp="1"/>
          </p:cNvSpPr>
          <p:nvPr>
            <p:ph type="sldImg"/>
          </p:nvPr>
        </p:nvSpPr>
        <p:spPr>
          <a:xfrm>
            <a:off x="768600" y="259560"/>
            <a:ext cx="3073320" cy="1297440"/>
          </a:xfrm>
          <a:prstGeom prst="rect">
            <a:avLst/>
          </a:prstGeom>
          <a:ln w="0">
            <a:noFill/>
          </a:ln>
        </p:spPr>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390" name="PlaceHolder 2"/>
          <p:cNvSpPr>
            <a:spLocks noGrp="1"/>
          </p:cNvSpPr>
          <p:nvPr>
            <p:ph type="sldImg"/>
          </p:nvPr>
        </p:nvSpPr>
        <p:spPr>
          <a:xfrm>
            <a:off x="768600" y="259560"/>
            <a:ext cx="3073320" cy="1297440"/>
          </a:xfrm>
          <a:prstGeom prst="rect">
            <a:avLst/>
          </a:prstGeom>
          <a:ln w="0">
            <a:noFill/>
          </a:ln>
        </p:spPr>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392" name="PlaceHolder 2"/>
          <p:cNvSpPr>
            <a:spLocks noGrp="1"/>
          </p:cNvSpPr>
          <p:nvPr>
            <p:ph type="sldImg"/>
          </p:nvPr>
        </p:nvSpPr>
        <p:spPr>
          <a:xfrm>
            <a:off x="768600" y="259560"/>
            <a:ext cx="3073320" cy="1297440"/>
          </a:xfrm>
          <a:prstGeom prst="rect">
            <a:avLst/>
          </a:prstGeom>
          <a:ln w="0">
            <a:noFill/>
          </a:ln>
        </p:spPr>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394" name="PlaceHolder 2"/>
          <p:cNvSpPr>
            <a:spLocks noGrp="1"/>
          </p:cNvSpPr>
          <p:nvPr>
            <p:ph type="sldImg"/>
          </p:nvPr>
        </p:nvSpPr>
        <p:spPr>
          <a:xfrm>
            <a:off x="768600" y="259560"/>
            <a:ext cx="3073320" cy="1297440"/>
          </a:xfrm>
          <a:prstGeom prst="rect">
            <a:avLst/>
          </a:prstGeom>
          <a:ln w="0">
            <a:noFill/>
          </a:ln>
        </p:spPr>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396" name="PlaceHolder 2"/>
          <p:cNvSpPr>
            <a:spLocks noGrp="1"/>
          </p:cNvSpPr>
          <p:nvPr>
            <p:ph type="sldImg"/>
          </p:nvPr>
        </p:nvSpPr>
        <p:spPr>
          <a:xfrm>
            <a:off x="768600" y="259560"/>
            <a:ext cx="3073320" cy="1297440"/>
          </a:xfrm>
          <a:prstGeom prst="rect">
            <a:avLst/>
          </a:prstGeom>
          <a:ln w="0">
            <a:noFill/>
          </a:ln>
        </p:spPr>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398" name="PlaceHolder 2"/>
          <p:cNvSpPr>
            <a:spLocks noGrp="1"/>
          </p:cNvSpPr>
          <p:nvPr>
            <p:ph type="sldImg"/>
          </p:nvPr>
        </p:nvSpPr>
        <p:spPr>
          <a:xfrm>
            <a:off x="768600" y="259560"/>
            <a:ext cx="3073320" cy="1297440"/>
          </a:xfrm>
          <a:prstGeom prst="rect">
            <a:avLst/>
          </a:prstGeom>
          <a:ln w="0">
            <a:noFill/>
          </a:ln>
        </p:spPr>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400" name="PlaceHolder 2"/>
          <p:cNvSpPr>
            <a:spLocks noGrp="1"/>
          </p:cNvSpPr>
          <p:nvPr>
            <p:ph type="sldImg"/>
          </p:nvPr>
        </p:nvSpPr>
        <p:spPr>
          <a:xfrm>
            <a:off x="768600" y="259560"/>
            <a:ext cx="3073320" cy="1297440"/>
          </a:xfrm>
          <a:prstGeom prst="rect">
            <a:avLst/>
          </a:prstGeom>
          <a:ln w="0">
            <a:noFill/>
          </a:ln>
        </p:spPr>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402" name="PlaceHolder 2"/>
          <p:cNvSpPr>
            <a:spLocks noGrp="1"/>
          </p:cNvSpPr>
          <p:nvPr>
            <p:ph type="sldImg"/>
          </p:nvPr>
        </p:nvSpPr>
        <p:spPr>
          <a:xfrm>
            <a:off x="768600" y="259560"/>
            <a:ext cx="3073320" cy="1297440"/>
          </a:xfrm>
          <a:prstGeom prst="rect">
            <a:avLst/>
          </a:prstGeom>
          <a:ln w="0">
            <a:noFill/>
          </a:ln>
        </p:spPr>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404" name="PlaceHolder 2"/>
          <p:cNvSpPr>
            <a:spLocks noGrp="1"/>
          </p:cNvSpPr>
          <p:nvPr>
            <p:ph type="sldImg"/>
          </p:nvPr>
        </p:nvSpPr>
        <p:spPr>
          <a:xfrm>
            <a:off x="768600" y="259560"/>
            <a:ext cx="3073320" cy="1297440"/>
          </a:xfrm>
          <a:prstGeom prst="rect">
            <a:avLst/>
          </a:prstGeom>
          <a:ln w="0">
            <a:noFill/>
          </a:ln>
        </p:spPr>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406" name="PlaceHolder 2"/>
          <p:cNvSpPr>
            <a:spLocks noGrp="1"/>
          </p:cNvSpPr>
          <p:nvPr>
            <p:ph type="sldImg"/>
          </p:nvPr>
        </p:nvSpPr>
        <p:spPr>
          <a:xfrm>
            <a:off x="768600" y="259560"/>
            <a:ext cx="3073320" cy="1297440"/>
          </a:xfrm>
          <a:prstGeom prst="rect">
            <a:avLst/>
          </a:prstGeom>
          <a:ln w="0">
            <a:noFill/>
          </a:ln>
        </p:spPr>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408" name="PlaceHolder 2"/>
          <p:cNvSpPr>
            <a:spLocks noGrp="1"/>
          </p:cNvSpPr>
          <p:nvPr>
            <p:ph type="sldImg"/>
          </p:nvPr>
        </p:nvSpPr>
        <p:spPr>
          <a:xfrm>
            <a:off x="768600" y="259560"/>
            <a:ext cx="3073320" cy="1297440"/>
          </a:xfrm>
          <a:prstGeom prst="rect">
            <a:avLst/>
          </a:prstGeom>
          <a:ln w="0">
            <a:noFill/>
          </a:ln>
        </p:spPr>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410" name="PlaceHolder 2"/>
          <p:cNvSpPr>
            <a:spLocks noGrp="1"/>
          </p:cNvSpPr>
          <p:nvPr>
            <p:ph type="sldImg"/>
          </p:nvPr>
        </p:nvSpPr>
        <p:spPr>
          <a:xfrm>
            <a:off x="768600" y="259560"/>
            <a:ext cx="3073320" cy="1297440"/>
          </a:xfrm>
          <a:prstGeom prst="rect">
            <a:avLst/>
          </a:prstGeom>
          <a:ln w="0">
            <a:noFill/>
          </a:ln>
        </p:spPr>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412" name="PlaceHolder 2"/>
          <p:cNvSpPr>
            <a:spLocks noGrp="1"/>
          </p:cNvSpPr>
          <p:nvPr>
            <p:ph type="sldImg"/>
          </p:nvPr>
        </p:nvSpPr>
        <p:spPr>
          <a:xfrm>
            <a:off x="768600" y="259560"/>
            <a:ext cx="3073320" cy="1297440"/>
          </a:xfrm>
          <a:prstGeom prst="rect">
            <a:avLst/>
          </a:prstGeom>
          <a:ln w="0">
            <a:noFill/>
          </a:ln>
        </p:spPr>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414" name="PlaceHolder 2"/>
          <p:cNvSpPr>
            <a:spLocks noGrp="1"/>
          </p:cNvSpPr>
          <p:nvPr>
            <p:ph type="sldImg"/>
          </p:nvPr>
        </p:nvSpPr>
        <p:spPr>
          <a:xfrm>
            <a:off x="768600" y="259560"/>
            <a:ext cx="3073320" cy="1297440"/>
          </a:xfrm>
          <a:prstGeom prst="rect">
            <a:avLst/>
          </a:prstGeom>
          <a:ln w="0">
            <a:noFill/>
          </a:ln>
        </p:spPr>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416" name="PlaceHolder 2"/>
          <p:cNvSpPr>
            <a:spLocks noGrp="1"/>
          </p:cNvSpPr>
          <p:nvPr>
            <p:ph type="sldImg"/>
          </p:nvPr>
        </p:nvSpPr>
        <p:spPr>
          <a:xfrm>
            <a:off x="768600" y="259560"/>
            <a:ext cx="3073320" cy="1297440"/>
          </a:xfrm>
          <a:prstGeom prst="rect">
            <a:avLst/>
          </a:prstGeom>
          <a:ln w="0">
            <a:noFill/>
          </a:ln>
        </p:spPr>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418" name="PlaceHolder 2"/>
          <p:cNvSpPr>
            <a:spLocks noGrp="1"/>
          </p:cNvSpPr>
          <p:nvPr>
            <p:ph type="sldImg"/>
          </p:nvPr>
        </p:nvSpPr>
        <p:spPr>
          <a:xfrm>
            <a:off x="768600" y="259560"/>
            <a:ext cx="3073320" cy="1297440"/>
          </a:xfrm>
          <a:prstGeom prst="rect">
            <a:avLst/>
          </a:prstGeom>
          <a:ln w="0">
            <a:noFill/>
          </a:ln>
        </p:spPr>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420" name="PlaceHolder 2"/>
          <p:cNvSpPr>
            <a:spLocks noGrp="1"/>
          </p:cNvSpPr>
          <p:nvPr>
            <p:ph type="sldImg"/>
          </p:nvPr>
        </p:nvSpPr>
        <p:spPr>
          <a:xfrm>
            <a:off x="768600" y="259560"/>
            <a:ext cx="3073320" cy="1297440"/>
          </a:xfrm>
          <a:prstGeom prst="rect">
            <a:avLst/>
          </a:prstGeom>
          <a:ln w="0">
            <a:noFill/>
          </a:ln>
        </p:spPr>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422" name="PlaceHolder 2"/>
          <p:cNvSpPr>
            <a:spLocks noGrp="1"/>
          </p:cNvSpPr>
          <p:nvPr>
            <p:ph type="sldImg"/>
          </p:nvPr>
        </p:nvSpPr>
        <p:spPr>
          <a:xfrm>
            <a:off x="768600" y="259560"/>
            <a:ext cx="3073320" cy="1297440"/>
          </a:xfrm>
          <a:prstGeom prst="rect">
            <a:avLst/>
          </a:prstGeom>
          <a:ln w="0">
            <a:noFill/>
          </a:ln>
        </p:spPr>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424" name="PlaceHolder 2"/>
          <p:cNvSpPr>
            <a:spLocks noGrp="1"/>
          </p:cNvSpPr>
          <p:nvPr>
            <p:ph type="sldImg"/>
          </p:nvPr>
        </p:nvSpPr>
        <p:spPr>
          <a:xfrm>
            <a:off x="768600" y="259560"/>
            <a:ext cx="3073320" cy="1297440"/>
          </a:xfrm>
          <a:prstGeom prst="rect">
            <a:avLst/>
          </a:prstGeom>
          <a:ln w="0">
            <a:noFill/>
          </a:ln>
        </p:spPr>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426" name="PlaceHolder 2"/>
          <p:cNvSpPr>
            <a:spLocks noGrp="1"/>
          </p:cNvSpPr>
          <p:nvPr>
            <p:ph type="sldImg"/>
          </p:nvPr>
        </p:nvSpPr>
        <p:spPr>
          <a:xfrm>
            <a:off x="768600" y="259560"/>
            <a:ext cx="3073320" cy="1297440"/>
          </a:xfrm>
          <a:prstGeom prst="rect">
            <a:avLst/>
          </a:prstGeom>
          <a:ln w="0">
            <a:noFill/>
          </a:ln>
        </p:spPr>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428" name="PlaceHolder 2"/>
          <p:cNvSpPr>
            <a:spLocks noGrp="1"/>
          </p:cNvSpPr>
          <p:nvPr>
            <p:ph type="sldImg"/>
          </p:nvPr>
        </p:nvSpPr>
        <p:spPr>
          <a:xfrm>
            <a:off x="768600" y="259560"/>
            <a:ext cx="3073320" cy="1297440"/>
          </a:xfrm>
          <a:prstGeom prst="rect">
            <a:avLst/>
          </a:prstGeom>
          <a:ln w="0">
            <a:noFill/>
          </a:ln>
        </p:spPr>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430" name="PlaceHolder 2"/>
          <p:cNvSpPr>
            <a:spLocks noGrp="1"/>
          </p:cNvSpPr>
          <p:nvPr>
            <p:ph type="sldImg"/>
          </p:nvPr>
        </p:nvSpPr>
        <p:spPr>
          <a:xfrm>
            <a:off x="768600" y="259560"/>
            <a:ext cx="3073320" cy="1297440"/>
          </a:xfrm>
          <a:prstGeom prst="rect">
            <a:avLst/>
          </a:prstGeom>
          <a:ln w="0">
            <a:noFill/>
          </a:ln>
        </p:spPr>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432" name="PlaceHolder 2"/>
          <p:cNvSpPr>
            <a:spLocks noGrp="1"/>
          </p:cNvSpPr>
          <p:nvPr>
            <p:ph type="sldImg"/>
          </p:nvPr>
        </p:nvSpPr>
        <p:spPr>
          <a:xfrm>
            <a:off x="768600" y="259560"/>
            <a:ext cx="3073320" cy="1297440"/>
          </a:xfrm>
          <a:prstGeom prst="rect">
            <a:avLst/>
          </a:prstGeom>
          <a:ln w="0">
            <a:noFill/>
          </a:ln>
        </p:spPr>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434" name="PlaceHolder 2"/>
          <p:cNvSpPr>
            <a:spLocks noGrp="1"/>
          </p:cNvSpPr>
          <p:nvPr>
            <p:ph type="sldImg"/>
          </p:nvPr>
        </p:nvSpPr>
        <p:spPr>
          <a:xfrm>
            <a:off x="768600" y="259560"/>
            <a:ext cx="3073320" cy="1297440"/>
          </a:xfrm>
          <a:prstGeom prst="rect">
            <a:avLst/>
          </a:prstGeom>
          <a:ln w="0">
            <a:noFill/>
          </a:ln>
        </p:spPr>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436" name="PlaceHolder 2"/>
          <p:cNvSpPr>
            <a:spLocks noGrp="1"/>
          </p:cNvSpPr>
          <p:nvPr>
            <p:ph type="sldImg"/>
          </p:nvPr>
        </p:nvSpPr>
        <p:spPr>
          <a:xfrm>
            <a:off x="768600" y="259560"/>
            <a:ext cx="3073320" cy="1297440"/>
          </a:xfrm>
          <a:prstGeom prst="rect">
            <a:avLst/>
          </a:prstGeom>
          <a:ln w="0">
            <a:noFill/>
          </a:ln>
        </p:spPr>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PlaceHolder 1"/>
          <p:cNvSpPr>
            <a:spLocks noGrp="1"/>
          </p:cNvSpPr>
          <p:nvPr>
            <p:ph type="body"/>
          </p:nvPr>
        </p:nvSpPr>
        <p:spPr>
          <a:xfrm>
            <a:off x="461160" y="1643760"/>
            <a:ext cx="3687840" cy="155700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ea typeface="Arial"/>
              </a:rPr>
              <a:t>Vas a tener que dar un ejemplo en el pizarron de cada uno de estos casos</a:t>
            </a:r>
            <a:endParaRPr b="0" lang="en-US" sz="1100" spc="-1" strike="noStrike">
              <a:solidFill>
                <a:srgbClr val="000000"/>
              </a:solidFill>
              <a:latin typeface="Arial"/>
            </a:endParaRPr>
          </a:p>
        </p:txBody>
      </p:sp>
      <p:sp>
        <p:nvSpPr>
          <p:cNvPr id="438" name="PlaceHolder 2"/>
          <p:cNvSpPr>
            <a:spLocks noGrp="1"/>
          </p:cNvSpPr>
          <p:nvPr>
            <p:ph type="sldImg"/>
          </p:nvPr>
        </p:nvSpPr>
        <p:spPr>
          <a:xfrm>
            <a:off x="768600" y="259560"/>
            <a:ext cx="3073320" cy="1297440"/>
          </a:xfrm>
          <a:prstGeom prst="rect">
            <a:avLst/>
          </a:prstGeom>
          <a:ln w="0">
            <a:noFill/>
          </a:ln>
        </p:spPr>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spTree>
      <p:nvGrpSpPr>
        <p:cNvPr id="1" name=""/>
        <p:cNvGrpSpPr/>
        <p:nvPr/>
      </p:nvGrpSpPr>
      <p:grpSpPr>
        <a:xfrm>
          <a:off x="0" y="0"/>
          <a:ext cx="0" cy="0"/>
          <a:chOff x="0" y="0"/>
          <a:chExt cx="0" cy="0"/>
        </a:xfrm>
      </p:grpSpPr>
      <p:sp>
        <p:nvSpPr>
          <p:cNvPr id="7" name="PlaceHolder 1"/>
          <p:cNvSpPr>
            <a:spLocks noGrp="1"/>
          </p:cNvSpPr>
          <p:nvPr>
            <p:ph type="title"/>
          </p:nvPr>
        </p:nvSpPr>
        <p:spPr>
          <a:xfrm>
            <a:off x="95400" y="18360"/>
            <a:ext cx="3157920" cy="5778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8" name="PlaceHolder 2"/>
          <p:cNvSpPr>
            <a:spLocks noGrp="1"/>
          </p:cNvSpPr>
          <p:nvPr>
            <p:ph/>
          </p:nvPr>
        </p:nvSpPr>
        <p:spPr>
          <a:xfrm>
            <a:off x="347400" y="665280"/>
            <a:ext cx="3793680" cy="200700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3"/>
          </p:nvPr>
        </p:nvSpPr>
        <p:spPr/>
        <p:txBody>
          <a:bodyPr/>
          <a:p>
            <a:fld id="{4B8724CA-504F-4F6E-9F84-989989336F47}" type="slidenum">
              <a:t>&lt;#&gt;</a:t>
            </a:fld>
          </a:p>
        </p:txBody>
      </p:sp>
      <p:sp>
        <p:nvSpPr>
          <p:cNvPr id="6" name="PlaceHolder 5"/>
          <p:cNvSpPr>
            <a:spLocks noGrp="1"/>
          </p:cNvSpPr>
          <p:nvPr>
            <p:ph type="dt" idx="2"/>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B72032EC-6719-480F-987C-5C3649D320D0}"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p>
            <a:fld id="{F5C3B72B-44FA-479E-AD12-13289E483133}"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
        <p:nvSpPr>
          <p:cNvPr id="2" name="PlaceHolder 1"/>
          <p:cNvSpPr>
            <a:spLocks noGrp="1"/>
          </p:cNvSpPr>
          <p:nvPr>
            <p:ph type="sldNum" idx="6"/>
          </p:nvPr>
        </p:nvSpPr>
        <p:spPr/>
        <p:txBody>
          <a:bodyPr/>
          <a:p>
            <a:fld id="{403B316D-E454-4318-8711-F9974F9B4EE2}"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
        <p:nvSpPr>
          <p:cNvPr id="2" name="PlaceHolder 1"/>
          <p:cNvSpPr>
            <a:spLocks noGrp="1"/>
          </p:cNvSpPr>
          <p:nvPr>
            <p:ph type="sldNum" idx="7"/>
          </p:nvPr>
        </p:nvSpPr>
        <p:spPr/>
        <p:txBody>
          <a:bodyPr/>
          <a:p>
            <a:fld id="{6EF385F1-677A-409E-8B0C-DCABE577FD9B}"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
        <p:nvSpPr>
          <p:cNvPr id="2" name="PlaceHolder 1"/>
          <p:cNvSpPr>
            <a:spLocks noGrp="1"/>
          </p:cNvSpPr>
          <p:nvPr>
            <p:ph type="sldNum" idx="8"/>
          </p:nvPr>
        </p:nvSpPr>
        <p:spPr/>
        <p:txBody>
          <a:bodyPr/>
          <a:p>
            <a:fld id="{04596BF8-04DA-406E-8576-967F2D177B57}"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sldNum" idx="9"/>
          </p:nvPr>
        </p:nvSpPr>
        <p:spPr/>
        <p:txBody>
          <a:bodyPr/>
          <a:p>
            <a:fld id="{ACFD5FCC-8BD9-4B57-8659-100278AB6807}"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2"/>
          </p:nvPr>
        </p:nvSpPr>
        <p:spPr/>
        <p:txBody>
          <a:bodyPr/>
          <a:p>
            <a:fld id="{AC4AE22B-5575-429C-B10F-B9D990D9ABF3}" type="slidenum">
              <a:t>&lt;#&gt;</a:t>
            </a:fld>
          </a:p>
        </p:txBody>
      </p:sp>
      <p:sp>
        <p:nvSpPr>
          <p:cNvPr id="4" name="PlaceHolder 3"/>
          <p:cNvSpPr>
            <a:spLocks noGrp="1"/>
          </p:cNvSpPr>
          <p:nvPr>
            <p:ph type="dt" idx="1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5"/>
          </p:nvPr>
        </p:nvSpPr>
        <p:spPr/>
        <p:txBody>
          <a:bodyPr/>
          <a:p>
            <a:fld id="{3EE0F24B-14B7-4386-820F-134DD8E9303E}" type="slidenum">
              <a:t>&lt;#&gt;</a:t>
            </a:fld>
          </a:p>
        </p:txBody>
      </p:sp>
      <p:sp>
        <p:nvSpPr>
          <p:cNvPr id="4" name="PlaceHolder 3"/>
          <p:cNvSpPr>
            <a:spLocks noGrp="1"/>
          </p:cNvSpPr>
          <p:nvPr>
            <p:ph type="dt" idx="14"/>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Only">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8"/>
          </p:nvPr>
        </p:nvSpPr>
        <p:spPr/>
        <p:txBody>
          <a:bodyPr/>
          <a:p>
            <a:fld id="{91171A95-7C55-4367-99FC-396267FB54A1}" type="slidenum">
              <a:t>&lt;#&gt;</a:t>
            </a:fld>
          </a:p>
        </p:txBody>
      </p:sp>
      <p:sp>
        <p:nvSpPr>
          <p:cNvPr id="4" name="PlaceHolder 3"/>
          <p:cNvSpPr>
            <a:spLocks noGrp="1"/>
          </p:cNvSpPr>
          <p:nvPr>
            <p:ph type="dt" idx="17"/>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45" name="PlaceHolder 1"/>
          <p:cNvSpPr>
            <a:spLocks noGrp="1"/>
          </p:cNvSpPr>
          <p:nvPr>
            <p:ph type="title"/>
          </p:nvPr>
        </p:nvSpPr>
        <p:spPr>
          <a:xfrm>
            <a:off x="95400" y="18360"/>
            <a:ext cx="3157920" cy="5778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46" name="PlaceHolder 2"/>
          <p:cNvSpPr>
            <a:spLocks noGrp="1"/>
          </p:cNvSpPr>
          <p:nvPr>
            <p:ph type="subTitle"/>
          </p:nvPr>
        </p:nvSpPr>
        <p:spPr>
          <a:xfrm>
            <a:off x="347400" y="665280"/>
            <a:ext cx="3793680" cy="200700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19"/>
          </p:nvPr>
        </p:nvSpPr>
        <p:spPr/>
        <p:txBody>
          <a:bodyPr/>
          <a:p>
            <a:fld id="{03A9280D-198D-4871-879A-ADCB9DF6F1D2}"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sldNum" idx="20"/>
          </p:nvPr>
        </p:nvSpPr>
        <p:spPr/>
        <p:txBody>
          <a:bodyPr/>
          <a:p>
            <a:fld id="{65DE588A-191D-432C-B96B-C2B2BADC734A}"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52" name="PlaceHolder 1"/>
          <p:cNvSpPr>
            <a:spLocks noGrp="1"/>
          </p:cNvSpPr>
          <p:nvPr>
            <p:ph type="title"/>
          </p:nvPr>
        </p:nvSpPr>
        <p:spPr>
          <a:xfrm>
            <a:off x="95400" y="18360"/>
            <a:ext cx="3157920" cy="5778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3" name="PlaceHolder 2"/>
          <p:cNvSpPr>
            <a:spLocks noGrp="1"/>
          </p:cNvSpPr>
          <p:nvPr>
            <p:ph/>
          </p:nvPr>
        </p:nvSpPr>
        <p:spPr>
          <a:xfrm>
            <a:off x="347400" y="665280"/>
            <a:ext cx="3793680" cy="200700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21"/>
          </p:nvPr>
        </p:nvSpPr>
        <p:spPr/>
        <p:txBody>
          <a:bodyPr/>
          <a:p>
            <a:fld id="{2C03B896-6B2B-49A0-8E5B-705CAB12D3C1}"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58" name="PlaceHolder 1"/>
          <p:cNvSpPr>
            <a:spLocks noGrp="1"/>
          </p:cNvSpPr>
          <p:nvPr>
            <p:ph type="title"/>
          </p:nvPr>
        </p:nvSpPr>
        <p:spPr>
          <a:xfrm>
            <a:off x="95400" y="18360"/>
            <a:ext cx="3157920" cy="5778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9" name="PlaceHolder 2"/>
          <p:cNvSpPr>
            <a:spLocks noGrp="1"/>
          </p:cNvSpPr>
          <p:nvPr>
            <p:ph/>
          </p:nvPr>
        </p:nvSpPr>
        <p:spPr>
          <a:xfrm>
            <a:off x="347400" y="665280"/>
            <a:ext cx="1851120" cy="200700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0" name="PlaceHolder 3"/>
          <p:cNvSpPr>
            <a:spLocks noGrp="1"/>
          </p:cNvSpPr>
          <p:nvPr>
            <p:ph/>
          </p:nvPr>
        </p:nvSpPr>
        <p:spPr>
          <a:xfrm>
            <a:off x="2291400" y="665280"/>
            <a:ext cx="1851120" cy="200700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2"/>
          </p:nvPr>
        </p:nvSpPr>
        <p:spPr/>
        <p:txBody>
          <a:bodyPr/>
          <a:p>
            <a:fld id="{19BC07EE-FCEF-4D99-A678-C30ACBA4370F}"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63" name="PlaceHolder 1"/>
          <p:cNvSpPr>
            <a:spLocks noGrp="1"/>
          </p:cNvSpPr>
          <p:nvPr>
            <p:ph type="title"/>
          </p:nvPr>
        </p:nvSpPr>
        <p:spPr>
          <a:xfrm>
            <a:off x="95400" y="18360"/>
            <a:ext cx="3157920" cy="5778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23"/>
          </p:nvPr>
        </p:nvSpPr>
        <p:spPr/>
        <p:txBody>
          <a:bodyPr/>
          <a:p>
            <a:fld id="{C431A639-F0CB-4456-B6AE-65707E18B160}"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95400" y="18360"/>
            <a:ext cx="3157920" cy="577800"/>
          </a:xfrm>
          <a:prstGeom prst="rect">
            <a:avLst/>
          </a:prstGeom>
          <a:noFill/>
          <a:ln w="0">
            <a:noFill/>
          </a:ln>
        </p:spPr>
        <p:txBody>
          <a:bodyPr lIns="0" rIns="0" tIns="0" bIns="0" anchor="t">
            <a:noAutofit/>
          </a:bodyPr>
          <a:p>
            <a:pPr indent="0">
              <a:buNone/>
            </a:pPr>
            <a:r>
              <a:rPr b="0" lang="en-US" sz="1100" spc="-1" strike="noStrike">
                <a:solidFill>
                  <a:srgbClr val="000000"/>
                </a:solidFill>
                <a:latin typeface="Arial"/>
              </a:rPr>
              <a:t>Click to </a:t>
            </a:r>
            <a:r>
              <a:rPr b="0" lang="en-US" sz="1100" spc="-1" strike="noStrike">
                <a:solidFill>
                  <a:srgbClr val="000000"/>
                </a:solidFill>
                <a:latin typeface="Arial"/>
              </a:rPr>
              <a:t>edit the </a:t>
            </a:r>
            <a:r>
              <a:rPr b="0" lang="en-US" sz="1100" spc="-1" strike="noStrike">
                <a:solidFill>
                  <a:srgbClr val="000000"/>
                </a:solidFill>
                <a:latin typeface="Arial"/>
              </a:rPr>
              <a:t>title </a:t>
            </a:r>
            <a:r>
              <a:rPr b="0" lang="en-US" sz="1100" spc="-1" strike="noStrike">
                <a:solidFill>
                  <a:srgbClr val="000000"/>
                </a:solidFill>
                <a:latin typeface="Arial"/>
              </a:rPr>
              <a:t>text </a:t>
            </a:r>
            <a:r>
              <a:rPr b="0" lang="en-US" sz="1100" spc="-1" strike="noStrike">
                <a:solidFill>
                  <a:srgbClr val="000000"/>
                </a:solidFill>
                <a:latin typeface="Arial"/>
              </a:rPr>
              <a:t>format</a:t>
            </a:r>
            <a:endParaRPr b="0" lang="en-US" sz="1100" spc="-1" strike="noStrike">
              <a:solidFill>
                <a:srgbClr val="000000"/>
              </a:solidFill>
              <a:latin typeface="Arial"/>
            </a:endParaRPr>
          </a:p>
        </p:txBody>
      </p:sp>
      <p:sp>
        <p:nvSpPr>
          <p:cNvPr id="1" name="PlaceHolder 2"/>
          <p:cNvSpPr>
            <a:spLocks noGrp="1"/>
          </p:cNvSpPr>
          <p:nvPr>
            <p:ph type="body"/>
          </p:nvPr>
        </p:nvSpPr>
        <p:spPr>
          <a:xfrm>
            <a:off x="347400" y="665280"/>
            <a:ext cx="3793680" cy="200700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900" spc="-1" strike="noStrike">
                <a:solidFill>
                  <a:srgbClr val="000000"/>
                </a:solidFill>
                <a:latin typeface="Arial"/>
              </a:rPr>
              <a:t>Click to edit the outline text format</a:t>
            </a:r>
            <a:endParaRPr b="0" lang="en-US" sz="9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900" spc="-1" strike="noStrike">
                <a:solidFill>
                  <a:srgbClr val="000000"/>
                </a:solidFill>
                <a:latin typeface="Arial"/>
              </a:rPr>
              <a:t>Second Outline Level</a:t>
            </a:r>
            <a:endParaRPr b="0" lang="en-US" sz="9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900" spc="-1" strike="noStrike">
                <a:solidFill>
                  <a:srgbClr val="000000"/>
                </a:solidFill>
                <a:latin typeface="Arial"/>
              </a:rPr>
              <a:t>Third Outline Level</a:t>
            </a:r>
            <a:endParaRPr b="0" lang="en-US" sz="9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900" spc="-1" strike="noStrike">
                <a:solidFill>
                  <a:srgbClr val="000000"/>
                </a:solidFill>
                <a:latin typeface="Arial"/>
              </a:rPr>
              <a:t>Fourth Outline Level</a:t>
            </a:r>
            <a:endParaRPr b="0" lang="en-US" sz="9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900" spc="-1" strike="noStrike">
                <a:solidFill>
                  <a:srgbClr val="000000"/>
                </a:solidFill>
                <a:latin typeface="Arial"/>
              </a:rPr>
              <a:t>Fifth Outline Level</a:t>
            </a:r>
            <a:endParaRPr b="0" lang="en-US" sz="9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900" spc="-1" strike="noStrike">
                <a:solidFill>
                  <a:srgbClr val="000000"/>
                </a:solidFill>
                <a:latin typeface="Arial"/>
              </a:rPr>
              <a:t>Sixth Outline Level</a:t>
            </a:r>
            <a:endParaRPr b="0" lang="en-US" sz="9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900" spc="-1" strike="noStrike">
                <a:solidFill>
                  <a:srgbClr val="000000"/>
                </a:solidFill>
                <a:latin typeface="Arial"/>
              </a:rPr>
              <a:t>Seventh Outline Level</a:t>
            </a:r>
            <a:endParaRPr b="0" lang="en-US" sz="900" spc="-1" strike="noStrike">
              <a:solidFill>
                <a:srgbClr val="000000"/>
              </a:solidFill>
              <a:latin typeface="Arial"/>
            </a:endParaRPr>
          </a:p>
        </p:txBody>
      </p:sp>
      <p:sp>
        <p:nvSpPr>
          <p:cNvPr id="2" name="PlaceHolder 3"/>
          <p:cNvSpPr>
            <a:spLocks noGrp="1"/>
          </p:cNvSpPr>
          <p:nvPr>
            <p:ph type="ftr" idx="1"/>
          </p:nvPr>
        </p:nvSpPr>
        <p:spPr>
          <a:xfrm>
            <a:off x="1567440" y="3218400"/>
            <a:ext cx="1474920" cy="2007000"/>
          </a:xfrm>
          <a:prstGeom prst="rect">
            <a:avLst/>
          </a:prstGeom>
          <a:noFill/>
          <a:ln w="0">
            <a:noFill/>
          </a:ln>
        </p:spPr>
        <p:txBody>
          <a:bodyPr lIns="0" rIns="0" tIns="0" bIns="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dt" idx="2"/>
          </p:nvPr>
        </p:nvSpPr>
        <p:spPr>
          <a:xfrm>
            <a:off x="230400" y="3218400"/>
            <a:ext cx="1059840" cy="20070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 name="PlaceHolder 5"/>
          <p:cNvSpPr>
            <a:spLocks noGrp="1"/>
          </p:cNvSpPr>
          <p:nvPr>
            <p:ph type="sldNum" idx="3"/>
          </p:nvPr>
        </p:nvSpPr>
        <p:spPr>
          <a:xfrm>
            <a:off x="4398480" y="3341880"/>
            <a:ext cx="151920" cy="2007000"/>
          </a:xfrm>
          <a:prstGeom prst="rect">
            <a:avLst/>
          </a:prstGeom>
          <a:noFill/>
          <a:ln w="0">
            <a:noFill/>
          </a:ln>
        </p:spPr>
        <p:txBody>
          <a:bodyPr lIns="0" rIns="0" tIns="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5E9B938A-9E9F-4485-984D-92C826DD55CE}"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5" name="Google Shape;15;p2"/>
          <p:cNvSpPr/>
          <p:nvPr/>
        </p:nvSpPr>
        <p:spPr>
          <a:xfrm flipH="1" rot="10800000">
            <a:off x="-8640" y="3176640"/>
            <a:ext cx="4626360" cy="165240"/>
          </a:xfrm>
          <a:prstGeom prst="rect">
            <a:avLst/>
          </a:prstGeom>
          <a:solidFill>
            <a:srgbClr val="2d2d2d"/>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ffffff"/>
              </a:solidFill>
              <a:latin typeface="Arial"/>
            </a:endParaRPr>
          </a:p>
        </p:txBody>
      </p:sp>
      <p:sp>
        <p:nvSpPr>
          <p:cNvPr id="6" name="Google Shape;16;p2"/>
          <p:cNvSpPr/>
          <p:nvPr/>
        </p:nvSpPr>
        <p:spPr>
          <a:xfrm>
            <a:off x="76320" y="3200760"/>
            <a:ext cx="800640" cy="109440"/>
          </a:xfrm>
          <a:prstGeom prst="rect">
            <a:avLst/>
          </a:prstGeom>
          <a:noFill/>
          <a:ln w="0">
            <a:noFill/>
          </a:ln>
        </p:spPr>
        <p:style>
          <a:lnRef idx="0"/>
          <a:fillRef idx="0"/>
          <a:effectRef idx="0"/>
          <a:fontRef idx="minor"/>
        </p:style>
        <p:txBody>
          <a:bodyPr lIns="0" rIns="0" tIns="18360" bIns="0" anchor="t">
            <a:spAutoFit/>
          </a:bodyPr>
          <a:p>
            <a:pPr>
              <a:lnSpc>
                <a:spcPct val="100000"/>
              </a:lnSpc>
              <a:tabLst>
                <a:tab algn="l" pos="0"/>
              </a:tabLst>
            </a:pPr>
            <a:r>
              <a:rPr b="0" lang="en-US" sz="600" spc="-1" strike="noStrike">
                <a:solidFill>
                  <a:schemeClr val="lt1"/>
                </a:solidFill>
                <a:latin typeface="Calibri"/>
                <a:ea typeface="Calibri"/>
              </a:rPr>
              <a:t>Pablo J Piccoli Bornia</a:t>
            </a:r>
            <a:endParaRPr b="0" lang="en-US" sz="6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157320" y="373680"/>
            <a:ext cx="1415520" cy="508320"/>
          </a:xfrm>
          <a:prstGeom prst="rect">
            <a:avLst/>
          </a:prstGeom>
          <a:noFill/>
          <a:ln w="0">
            <a:noFill/>
          </a:ln>
        </p:spPr>
        <p:txBody>
          <a:bodyPr lIns="51120" rIns="51120" tIns="51120" bIns="51120" anchor="b">
            <a:normAutofit/>
          </a:bodyPr>
          <a:p>
            <a:pPr indent="0">
              <a:buNone/>
            </a:pPr>
            <a:r>
              <a:rPr b="0" lang="en-US" sz="1300" spc="-1" strike="noStrike">
                <a:solidFill>
                  <a:srgbClr val="000000"/>
                </a:solidFill>
                <a:latin typeface="Arial"/>
              </a:rPr>
              <a:t>Click to </a:t>
            </a:r>
            <a:r>
              <a:rPr b="0" lang="en-US" sz="1300" spc="-1" strike="noStrike">
                <a:solidFill>
                  <a:srgbClr val="000000"/>
                </a:solidFill>
                <a:latin typeface="Arial"/>
              </a:rPr>
              <a:t>edit the </a:t>
            </a:r>
            <a:r>
              <a:rPr b="0" lang="en-US" sz="1300" spc="-1" strike="noStrike">
                <a:solidFill>
                  <a:srgbClr val="000000"/>
                </a:solidFill>
                <a:latin typeface="Arial"/>
              </a:rPr>
              <a:t>title </a:t>
            </a:r>
            <a:r>
              <a:rPr b="0" lang="en-US" sz="1300" spc="-1" strike="noStrike">
                <a:solidFill>
                  <a:srgbClr val="000000"/>
                </a:solidFill>
                <a:latin typeface="Arial"/>
              </a:rPr>
              <a:t>text </a:t>
            </a:r>
            <a:r>
              <a:rPr b="0" lang="en-US" sz="1300" spc="-1" strike="noStrike">
                <a:solidFill>
                  <a:srgbClr val="000000"/>
                </a:solidFill>
                <a:latin typeface="Arial"/>
              </a:rPr>
              <a:t>format</a:t>
            </a:r>
            <a:endParaRPr b="0" lang="en-US" sz="1300" spc="-1" strike="noStrike">
              <a:solidFill>
                <a:srgbClr val="000000"/>
              </a:solidFill>
              <a:latin typeface="Arial"/>
            </a:endParaRPr>
          </a:p>
        </p:txBody>
      </p:sp>
      <p:sp>
        <p:nvSpPr>
          <p:cNvPr id="10" name="PlaceHolder 2"/>
          <p:cNvSpPr>
            <a:spLocks noGrp="1"/>
          </p:cNvSpPr>
          <p:nvPr>
            <p:ph type="body"/>
          </p:nvPr>
        </p:nvSpPr>
        <p:spPr>
          <a:xfrm>
            <a:off x="157320" y="934920"/>
            <a:ext cx="1415520" cy="2139120"/>
          </a:xfrm>
          <a:prstGeom prst="rect">
            <a:avLst/>
          </a:prstGeom>
          <a:noFill/>
          <a:ln w="0">
            <a:noFill/>
          </a:ln>
        </p:spPr>
        <p:txBody>
          <a:bodyPr lIns="51120" rIns="51120" tIns="51120" bIns="51120" anchor="t">
            <a:normAutofit fontScale="11426"/>
          </a:bodyPr>
          <a:p>
            <a:pPr marL="432000" indent="-324000">
              <a:spcBef>
                <a:spcPts val="1417"/>
              </a:spcBef>
              <a:buClr>
                <a:srgbClr val="000000"/>
              </a:buClr>
              <a:buSzPct val="45000"/>
              <a:buFont typeface="Wingdings" charset="2"/>
              <a:buChar char=""/>
            </a:pPr>
            <a:r>
              <a:rPr b="0" lang="en-US" sz="700" spc="-1" strike="noStrike">
                <a:solidFill>
                  <a:srgbClr val="000000"/>
                </a:solidFill>
                <a:latin typeface="Arial"/>
              </a:rPr>
              <a:t>Click to edit the outline text format</a:t>
            </a:r>
            <a:endParaRPr b="0" lang="en-US" sz="7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700" spc="-1" strike="noStrike">
                <a:solidFill>
                  <a:srgbClr val="000000"/>
                </a:solidFill>
                <a:latin typeface="Arial"/>
              </a:rPr>
              <a:t>Second Outline Level</a:t>
            </a:r>
            <a:endParaRPr b="0" lang="en-US" sz="7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700" spc="-1" strike="noStrike">
                <a:solidFill>
                  <a:srgbClr val="000000"/>
                </a:solidFill>
                <a:latin typeface="Arial"/>
              </a:rPr>
              <a:t>Third Outline Level</a:t>
            </a:r>
            <a:endParaRPr b="0" lang="en-US" sz="7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700" spc="-1" strike="noStrike">
                <a:solidFill>
                  <a:srgbClr val="000000"/>
                </a:solidFill>
                <a:latin typeface="Arial"/>
              </a:rPr>
              <a:t>Fourth Outline Level</a:t>
            </a:r>
            <a:endParaRPr b="0" lang="en-US" sz="7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700" spc="-1" strike="noStrike">
                <a:solidFill>
                  <a:srgbClr val="000000"/>
                </a:solidFill>
                <a:latin typeface="Arial"/>
              </a:rPr>
              <a:t>Fifth Outline Level</a:t>
            </a:r>
            <a:endParaRPr b="0" lang="en-US" sz="7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700" spc="-1" strike="noStrike">
                <a:solidFill>
                  <a:srgbClr val="000000"/>
                </a:solidFill>
                <a:latin typeface="Arial"/>
              </a:rPr>
              <a:t>Sixth Outline Level</a:t>
            </a:r>
            <a:endParaRPr b="0" lang="en-US" sz="7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700" spc="-1" strike="noStrike">
                <a:solidFill>
                  <a:srgbClr val="000000"/>
                </a:solidFill>
                <a:latin typeface="Arial"/>
              </a:rPr>
              <a:t>Seventh Outline Level</a:t>
            </a:r>
            <a:endParaRPr b="0" lang="en-US" sz="700" spc="-1" strike="noStrike">
              <a:solidFill>
                <a:srgbClr val="000000"/>
              </a:solidFill>
              <a:latin typeface="Arial"/>
            </a:endParaRPr>
          </a:p>
        </p:txBody>
      </p:sp>
      <p:sp>
        <p:nvSpPr>
          <p:cNvPr id="11" name="PlaceHolder 3"/>
          <p:cNvSpPr>
            <a:spLocks noGrp="1"/>
          </p:cNvSpPr>
          <p:nvPr>
            <p:ph type="sldNum" idx="4"/>
          </p:nvPr>
        </p:nvSpPr>
        <p:spPr>
          <a:xfrm>
            <a:off x="4271400" y="3137760"/>
            <a:ext cx="276120" cy="264600"/>
          </a:xfrm>
          <a:prstGeom prst="rect">
            <a:avLst/>
          </a:prstGeom>
          <a:noFill/>
          <a:ln w="0">
            <a:noFill/>
          </a:ln>
        </p:spPr>
        <p:txBody>
          <a:bodyPr lIns="51120" rIns="51120" tIns="51120" bIns="51120" anchor="ctr">
            <a:normAutofit/>
          </a:bodyPr>
          <a:lstStyle>
            <a:lvl1pPr indent="0" algn="r">
              <a:lnSpc>
                <a:spcPct val="100000"/>
              </a:lnSpc>
              <a:buNone/>
              <a:tabLst>
                <a:tab algn="l" pos="0"/>
              </a:tabLst>
              <a:defRPr b="0" lang="en-US" sz="600" spc="-1" strike="noStrike">
                <a:solidFill>
                  <a:schemeClr val="dk2"/>
                </a:solidFill>
                <a:latin typeface="Arial"/>
                <a:ea typeface="Arial"/>
              </a:defRPr>
            </a:lvl1pPr>
          </a:lstStyle>
          <a:p>
            <a:pPr indent="0" algn="r">
              <a:lnSpc>
                <a:spcPct val="100000"/>
              </a:lnSpc>
              <a:buNone/>
              <a:tabLst>
                <a:tab algn="l" pos="0"/>
              </a:tabLst>
            </a:pPr>
            <a:fld id="{799B23D9-9C1B-4BE1-8422-08A3BE5A5007}" type="slidenum">
              <a:rPr b="0" lang="en-US" sz="600" spc="-1" strike="noStrike">
                <a:solidFill>
                  <a:schemeClr val="dk2"/>
                </a:solidFill>
                <a:latin typeface="Arial"/>
                <a:ea typeface="Arial"/>
              </a:rPr>
              <a:t>&lt;number&gt;</a:t>
            </a:fld>
            <a:endParaRPr b="0" lang="en-US" sz="6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247320" y="302760"/>
            <a:ext cx="3210120" cy="2752200"/>
          </a:xfrm>
          <a:prstGeom prst="rect">
            <a:avLst/>
          </a:prstGeom>
          <a:noFill/>
          <a:ln w="0">
            <a:noFill/>
          </a:ln>
        </p:spPr>
        <p:txBody>
          <a:bodyPr lIns="51120" rIns="51120" tIns="51120" bIns="51120" anchor="ctr">
            <a:normAutofit/>
          </a:bodyPr>
          <a:p>
            <a:pPr indent="0">
              <a:buNone/>
            </a:pPr>
            <a:r>
              <a:rPr b="0" lang="en-US" sz="2700" spc="-1" strike="noStrike">
                <a:solidFill>
                  <a:srgbClr val="000000"/>
                </a:solidFill>
                <a:latin typeface="Arial"/>
              </a:rPr>
              <a:t>Cli</a:t>
            </a:r>
            <a:r>
              <a:rPr b="0" lang="en-US" sz="2700" spc="-1" strike="noStrike">
                <a:solidFill>
                  <a:srgbClr val="000000"/>
                </a:solidFill>
                <a:latin typeface="Arial"/>
              </a:rPr>
              <a:t>ck </a:t>
            </a:r>
            <a:r>
              <a:rPr b="0" lang="en-US" sz="2700" spc="-1" strike="noStrike">
                <a:solidFill>
                  <a:srgbClr val="000000"/>
                </a:solidFill>
                <a:latin typeface="Arial"/>
              </a:rPr>
              <a:t>to </a:t>
            </a:r>
            <a:r>
              <a:rPr b="0" lang="en-US" sz="2700" spc="-1" strike="noStrike">
                <a:solidFill>
                  <a:srgbClr val="000000"/>
                </a:solidFill>
                <a:latin typeface="Arial"/>
              </a:rPr>
              <a:t>edi</a:t>
            </a:r>
            <a:r>
              <a:rPr b="0" lang="en-US" sz="2700" spc="-1" strike="noStrike">
                <a:solidFill>
                  <a:srgbClr val="000000"/>
                </a:solidFill>
                <a:latin typeface="Arial"/>
              </a:rPr>
              <a:t>t </a:t>
            </a:r>
            <a:r>
              <a:rPr b="0" lang="en-US" sz="2700" spc="-1" strike="noStrike">
                <a:solidFill>
                  <a:srgbClr val="000000"/>
                </a:solidFill>
                <a:latin typeface="Arial"/>
              </a:rPr>
              <a:t>the </a:t>
            </a:r>
            <a:r>
              <a:rPr b="0" lang="en-US" sz="2700" spc="-1" strike="noStrike">
                <a:solidFill>
                  <a:srgbClr val="000000"/>
                </a:solidFill>
                <a:latin typeface="Arial"/>
              </a:rPr>
              <a:t>title </a:t>
            </a:r>
            <a:r>
              <a:rPr b="0" lang="en-US" sz="2700" spc="-1" strike="noStrike">
                <a:solidFill>
                  <a:srgbClr val="000000"/>
                </a:solidFill>
                <a:latin typeface="Arial"/>
              </a:rPr>
              <a:t>tex</a:t>
            </a:r>
            <a:r>
              <a:rPr b="0" lang="en-US" sz="2700" spc="-1" strike="noStrike">
                <a:solidFill>
                  <a:srgbClr val="000000"/>
                </a:solidFill>
                <a:latin typeface="Arial"/>
              </a:rPr>
              <a:t>t </a:t>
            </a:r>
            <a:r>
              <a:rPr b="0" lang="en-US" sz="2700" spc="-1" strike="noStrike">
                <a:solidFill>
                  <a:srgbClr val="000000"/>
                </a:solidFill>
                <a:latin typeface="Arial"/>
              </a:rPr>
              <a:t>for</a:t>
            </a:r>
            <a:r>
              <a:rPr b="0" lang="en-US" sz="2700" spc="-1" strike="noStrike">
                <a:solidFill>
                  <a:srgbClr val="000000"/>
                </a:solidFill>
                <a:latin typeface="Arial"/>
              </a:rPr>
              <a:t>ma</a:t>
            </a:r>
            <a:r>
              <a:rPr b="0" lang="en-US" sz="2700" spc="-1" strike="noStrike">
                <a:solidFill>
                  <a:srgbClr val="000000"/>
                </a:solidFill>
                <a:latin typeface="Arial"/>
              </a:rPr>
              <a:t>t</a:t>
            </a:r>
            <a:endParaRPr b="0" lang="en-US" sz="2700" spc="-1" strike="noStrike">
              <a:solidFill>
                <a:srgbClr val="000000"/>
              </a:solidFill>
              <a:latin typeface="Arial"/>
            </a:endParaRPr>
          </a:p>
        </p:txBody>
      </p:sp>
      <p:sp>
        <p:nvSpPr>
          <p:cNvPr id="13" name="PlaceHolder 2"/>
          <p:cNvSpPr>
            <a:spLocks noGrp="1"/>
          </p:cNvSpPr>
          <p:nvPr>
            <p:ph type="sldNum" idx="5"/>
          </p:nvPr>
        </p:nvSpPr>
        <p:spPr>
          <a:xfrm>
            <a:off x="4271400" y="3137760"/>
            <a:ext cx="276120" cy="264600"/>
          </a:xfrm>
          <a:prstGeom prst="rect">
            <a:avLst/>
          </a:prstGeom>
          <a:noFill/>
          <a:ln w="0">
            <a:noFill/>
          </a:ln>
        </p:spPr>
        <p:txBody>
          <a:bodyPr lIns="51120" rIns="51120" tIns="51120" bIns="51120" anchor="ctr">
            <a:normAutofit/>
          </a:bodyPr>
          <a:lstStyle>
            <a:lvl1pPr indent="0" algn="r">
              <a:lnSpc>
                <a:spcPct val="100000"/>
              </a:lnSpc>
              <a:buNone/>
              <a:tabLst>
                <a:tab algn="l" pos="0"/>
              </a:tabLst>
              <a:defRPr b="0" lang="en-US" sz="600" spc="-1" strike="noStrike">
                <a:solidFill>
                  <a:schemeClr val="dk2"/>
                </a:solidFill>
                <a:latin typeface="Arial"/>
                <a:ea typeface="Arial"/>
              </a:defRPr>
            </a:lvl1pPr>
          </a:lstStyle>
          <a:p>
            <a:pPr indent="0" algn="r">
              <a:lnSpc>
                <a:spcPct val="100000"/>
              </a:lnSpc>
              <a:buNone/>
              <a:tabLst>
                <a:tab algn="l" pos="0"/>
              </a:tabLst>
            </a:pPr>
            <a:fld id="{35F2E93A-4FDD-422E-9183-6B745B395BD0}" type="slidenum">
              <a:rPr b="0" lang="en-US" sz="600" spc="-1" strike="noStrike">
                <a:solidFill>
                  <a:schemeClr val="dk2"/>
                </a:solidFill>
                <a:latin typeface="Arial"/>
                <a:ea typeface="Arial"/>
              </a:rPr>
              <a:t>&lt;number&gt;</a:t>
            </a:fld>
            <a:endParaRPr b="0" lang="en-US" sz="6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 name="Google Shape;65;p13"/>
          <p:cNvSpPr/>
          <p:nvPr/>
        </p:nvSpPr>
        <p:spPr>
          <a:xfrm>
            <a:off x="2305080" y="0"/>
            <a:ext cx="2304720" cy="3460320"/>
          </a:xfrm>
          <a:prstGeom prst="rect">
            <a:avLst/>
          </a:prstGeom>
          <a:solidFill>
            <a:schemeClr val="lt2"/>
          </a:solidFill>
          <a:ln w="0">
            <a:noFill/>
          </a:ln>
        </p:spPr>
        <p:style>
          <a:lnRef idx="0"/>
          <a:fillRef idx="0"/>
          <a:effectRef idx="0"/>
          <a:fontRef idx="minor"/>
        </p:style>
        <p:txBody>
          <a:bodyPr lIns="51120" rIns="51120" tIns="51120" bIns="51120" anchor="ctr">
            <a:noAutofit/>
          </a:bodyPr>
          <a:p>
            <a:pPr>
              <a:lnSpc>
                <a:spcPct val="100000"/>
              </a:lnSpc>
              <a:tabLst>
                <a:tab algn="l" pos="0"/>
              </a:tabLst>
            </a:pPr>
            <a:endParaRPr b="0" lang="en-US" sz="1400" spc="-1" strike="noStrike">
              <a:solidFill>
                <a:srgbClr val="000000"/>
              </a:solidFill>
              <a:latin typeface="Arial"/>
            </a:endParaRPr>
          </a:p>
        </p:txBody>
      </p:sp>
      <p:sp>
        <p:nvSpPr>
          <p:cNvPr id="15" name="PlaceHolder 1"/>
          <p:cNvSpPr>
            <a:spLocks noGrp="1"/>
          </p:cNvSpPr>
          <p:nvPr>
            <p:ph type="title"/>
          </p:nvPr>
        </p:nvSpPr>
        <p:spPr>
          <a:xfrm>
            <a:off x="133920" y="829800"/>
            <a:ext cx="2039040" cy="997200"/>
          </a:xfrm>
          <a:prstGeom prst="rect">
            <a:avLst/>
          </a:prstGeom>
          <a:noFill/>
          <a:ln w="0">
            <a:noFill/>
          </a:ln>
        </p:spPr>
        <p:txBody>
          <a:bodyPr lIns="51120" rIns="51120" tIns="51120" bIns="51120" anchor="b">
            <a:normAutofit fontScale="96628" lnSpcReduction="20000"/>
          </a:bodyPr>
          <a:p>
            <a:pPr indent="0">
              <a:buNone/>
            </a:pPr>
            <a:r>
              <a:rPr b="0" lang="en-US" sz="2400" spc="-1" strike="noStrike">
                <a:solidFill>
                  <a:srgbClr val="000000"/>
                </a:solidFill>
                <a:latin typeface="Arial"/>
              </a:rPr>
              <a:t>Clic</a:t>
            </a:r>
            <a:r>
              <a:rPr b="0" lang="en-US" sz="2400" spc="-1" strike="noStrike">
                <a:solidFill>
                  <a:srgbClr val="000000"/>
                </a:solidFill>
                <a:latin typeface="Arial"/>
              </a:rPr>
              <a:t>k to </a:t>
            </a:r>
            <a:r>
              <a:rPr b="0" lang="en-US" sz="2400" spc="-1" strike="noStrike">
                <a:solidFill>
                  <a:srgbClr val="000000"/>
                </a:solidFill>
                <a:latin typeface="Arial"/>
              </a:rPr>
              <a:t>edit </a:t>
            </a:r>
            <a:r>
              <a:rPr b="0" lang="en-US" sz="2400" spc="-1" strike="noStrike">
                <a:solidFill>
                  <a:srgbClr val="000000"/>
                </a:solidFill>
                <a:latin typeface="Arial"/>
              </a:rPr>
              <a:t>the </a:t>
            </a:r>
            <a:r>
              <a:rPr b="0" lang="en-US" sz="2400" spc="-1" strike="noStrike">
                <a:solidFill>
                  <a:srgbClr val="000000"/>
                </a:solidFill>
                <a:latin typeface="Arial"/>
              </a:rPr>
              <a:t>title </a:t>
            </a:r>
            <a:r>
              <a:rPr b="0" lang="en-US" sz="2400" spc="-1" strike="noStrike">
                <a:solidFill>
                  <a:srgbClr val="000000"/>
                </a:solidFill>
                <a:latin typeface="Arial"/>
              </a:rPr>
              <a:t>text </a:t>
            </a:r>
            <a:r>
              <a:rPr b="0" lang="en-US" sz="2400" spc="-1" strike="noStrike">
                <a:solidFill>
                  <a:srgbClr val="000000"/>
                </a:solidFill>
                <a:latin typeface="Arial"/>
              </a:rPr>
              <a:t>for</a:t>
            </a:r>
            <a:r>
              <a:rPr b="0" lang="en-US" sz="2400" spc="-1" strike="noStrike">
                <a:solidFill>
                  <a:srgbClr val="000000"/>
                </a:solidFill>
                <a:latin typeface="Arial"/>
              </a:rPr>
              <a:t>mat</a:t>
            </a:r>
            <a:endParaRPr b="0" lang="en-US" sz="2400" spc="-1" strike="noStrike">
              <a:solidFill>
                <a:srgbClr val="000000"/>
              </a:solidFill>
              <a:latin typeface="Arial"/>
            </a:endParaRPr>
          </a:p>
        </p:txBody>
      </p:sp>
      <p:sp>
        <p:nvSpPr>
          <p:cNvPr id="16" name="PlaceHolder 2"/>
          <p:cNvSpPr>
            <a:spLocks noGrp="1"/>
          </p:cNvSpPr>
          <p:nvPr>
            <p:ph type="body"/>
          </p:nvPr>
        </p:nvSpPr>
        <p:spPr>
          <a:xfrm>
            <a:off x="2490480" y="487080"/>
            <a:ext cx="1933920" cy="2485800"/>
          </a:xfrm>
          <a:prstGeom prst="rect">
            <a:avLst/>
          </a:prstGeom>
          <a:noFill/>
          <a:ln w="0">
            <a:noFill/>
          </a:ln>
        </p:spPr>
        <p:txBody>
          <a:bodyPr lIns="51120" rIns="51120" tIns="51120" bIns="51120" anchor="ctr">
            <a:normAutofit fontScale="24984" lnSpcReduction="10000"/>
          </a:bodyPr>
          <a:p>
            <a:pPr marL="432000" indent="-324000">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17" name="PlaceHolder 3"/>
          <p:cNvSpPr>
            <a:spLocks noGrp="1"/>
          </p:cNvSpPr>
          <p:nvPr>
            <p:ph type="sldNum" idx="6"/>
          </p:nvPr>
        </p:nvSpPr>
        <p:spPr>
          <a:xfrm>
            <a:off x="4271400" y="3137760"/>
            <a:ext cx="276120" cy="264600"/>
          </a:xfrm>
          <a:prstGeom prst="rect">
            <a:avLst/>
          </a:prstGeom>
          <a:noFill/>
          <a:ln w="0">
            <a:noFill/>
          </a:ln>
        </p:spPr>
        <p:txBody>
          <a:bodyPr lIns="51120" rIns="51120" tIns="51120" bIns="51120" anchor="ctr">
            <a:normAutofit/>
          </a:bodyPr>
          <a:lstStyle>
            <a:lvl1pPr indent="0" algn="r">
              <a:lnSpc>
                <a:spcPct val="100000"/>
              </a:lnSpc>
              <a:buNone/>
              <a:tabLst>
                <a:tab algn="l" pos="0"/>
              </a:tabLst>
              <a:defRPr b="0" lang="en-US" sz="600" spc="-1" strike="noStrike">
                <a:solidFill>
                  <a:schemeClr val="dk2"/>
                </a:solidFill>
                <a:latin typeface="Arial"/>
                <a:ea typeface="Arial"/>
              </a:defRPr>
            </a:lvl1pPr>
          </a:lstStyle>
          <a:p>
            <a:pPr indent="0" algn="r">
              <a:lnSpc>
                <a:spcPct val="100000"/>
              </a:lnSpc>
              <a:buNone/>
              <a:tabLst>
                <a:tab algn="l" pos="0"/>
              </a:tabLst>
            </a:pPr>
            <a:fld id="{4B6DB0E2-36C3-4D45-83C7-D4A811083F74}" type="slidenum">
              <a:rPr b="0" lang="en-US" sz="600" spc="-1" strike="noStrike">
                <a:solidFill>
                  <a:schemeClr val="dk2"/>
                </a:solidFill>
                <a:latin typeface="Arial"/>
                <a:ea typeface="Arial"/>
              </a:rPr>
              <a:t>&lt;number&gt;</a:t>
            </a:fld>
            <a:endParaRPr b="0" lang="en-US" sz="6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8" name="PlaceHolder 1"/>
          <p:cNvSpPr>
            <a:spLocks noGrp="1"/>
          </p:cNvSpPr>
          <p:nvPr>
            <p:ph type="body"/>
          </p:nvPr>
        </p:nvSpPr>
        <p:spPr>
          <a:xfrm>
            <a:off x="157320" y="2846520"/>
            <a:ext cx="3024000" cy="406800"/>
          </a:xfrm>
          <a:prstGeom prst="rect">
            <a:avLst/>
          </a:prstGeom>
          <a:noFill/>
          <a:ln w="0">
            <a:noFill/>
          </a:ln>
        </p:spPr>
        <p:txBody>
          <a:bodyPr lIns="51120" rIns="51120" tIns="51120" bIns="51120" anchor="ctr">
            <a:normAutofit fontScale="2998" lnSpcReduction="20000"/>
          </a:bodyPr>
          <a:p>
            <a:pPr marL="432000" indent="-324000">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19" name="PlaceHolder 2"/>
          <p:cNvSpPr>
            <a:spLocks noGrp="1"/>
          </p:cNvSpPr>
          <p:nvPr>
            <p:ph type="sldNum" idx="7"/>
          </p:nvPr>
        </p:nvSpPr>
        <p:spPr>
          <a:xfrm>
            <a:off x="4271400" y="3137760"/>
            <a:ext cx="276120" cy="264600"/>
          </a:xfrm>
          <a:prstGeom prst="rect">
            <a:avLst/>
          </a:prstGeom>
          <a:noFill/>
          <a:ln w="0">
            <a:noFill/>
          </a:ln>
        </p:spPr>
        <p:txBody>
          <a:bodyPr lIns="51120" rIns="51120" tIns="51120" bIns="51120" anchor="ctr">
            <a:normAutofit/>
          </a:bodyPr>
          <a:lstStyle>
            <a:lvl1pPr indent="0" algn="r">
              <a:lnSpc>
                <a:spcPct val="100000"/>
              </a:lnSpc>
              <a:buNone/>
              <a:tabLst>
                <a:tab algn="l" pos="0"/>
              </a:tabLst>
              <a:defRPr b="0" lang="en-US" sz="600" spc="-1" strike="noStrike">
                <a:solidFill>
                  <a:schemeClr val="dk2"/>
                </a:solidFill>
                <a:latin typeface="Arial"/>
                <a:ea typeface="Arial"/>
              </a:defRPr>
            </a:lvl1pPr>
          </a:lstStyle>
          <a:p>
            <a:pPr indent="0" algn="r">
              <a:lnSpc>
                <a:spcPct val="100000"/>
              </a:lnSpc>
              <a:buNone/>
              <a:tabLst>
                <a:tab algn="l" pos="0"/>
              </a:tabLst>
            </a:pPr>
            <a:fld id="{6E9FA432-6121-4785-AC43-7DCF044B4602}" type="slidenum">
              <a:rPr b="0" lang="en-US" sz="600" spc="-1" strike="noStrike">
                <a:solidFill>
                  <a:schemeClr val="dk2"/>
                </a:solidFill>
                <a:latin typeface="Arial"/>
                <a:ea typeface="Arial"/>
              </a:rPr>
              <a:t>&lt;number&gt;</a:t>
            </a:fld>
            <a:endParaRPr b="0" lang="en-US" sz="6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157320" y="744120"/>
            <a:ext cx="4295520" cy="1320840"/>
          </a:xfrm>
          <a:prstGeom prst="rect">
            <a:avLst/>
          </a:prstGeom>
          <a:noFill/>
          <a:ln w="0">
            <a:noFill/>
          </a:ln>
        </p:spPr>
        <p:txBody>
          <a:bodyPr lIns="51120" rIns="51120" tIns="51120" bIns="51120" anchor="b">
            <a:normAutofit/>
          </a:bodyPr>
          <a:p>
            <a:pPr indent="0" algn="ctr">
              <a:lnSpc>
                <a:spcPct val="100000"/>
              </a:lnSpc>
              <a:buNone/>
            </a:pPr>
            <a:r>
              <a:rPr b="0" lang="en-US" sz="6700" spc="-1" strike="noStrike">
                <a:solidFill>
                  <a:schemeClr val="dk1"/>
                </a:solidFill>
                <a:latin typeface="Arial"/>
                <a:ea typeface="Arial"/>
              </a:rPr>
              <a:t>x</a:t>
            </a:r>
            <a:r>
              <a:rPr b="0" lang="en-US" sz="6700" spc="-1" strike="noStrike">
                <a:solidFill>
                  <a:schemeClr val="dk1"/>
                </a:solidFill>
                <a:latin typeface="Arial"/>
                <a:ea typeface="Arial"/>
              </a:rPr>
              <a:t>x</a:t>
            </a:r>
            <a:r>
              <a:rPr b="0" lang="en-US" sz="6700" spc="-1" strike="noStrike">
                <a:solidFill>
                  <a:schemeClr val="dk1"/>
                </a:solidFill>
                <a:latin typeface="Arial"/>
                <a:ea typeface="Arial"/>
              </a:rPr>
              <a:t>%</a:t>
            </a:r>
            <a:endParaRPr b="0" lang="en-US" sz="6700" spc="-1" strike="noStrike">
              <a:solidFill>
                <a:srgbClr val="000000"/>
              </a:solidFill>
              <a:latin typeface="Arial"/>
            </a:endParaRPr>
          </a:p>
        </p:txBody>
      </p:sp>
      <p:sp>
        <p:nvSpPr>
          <p:cNvPr id="21" name="PlaceHolder 2"/>
          <p:cNvSpPr>
            <a:spLocks noGrp="1"/>
          </p:cNvSpPr>
          <p:nvPr>
            <p:ph type="body"/>
          </p:nvPr>
        </p:nvSpPr>
        <p:spPr>
          <a:xfrm>
            <a:off x="157320" y="2121120"/>
            <a:ext cx="4295520" cy="874800"/>
          </a:xfrm>
          <a:prstGeom prst="rect">
            <a:avLst/>
          </a:prstGeom>
          <a:noFill/>
          <a:ln w="0">
            <a:noFill/>
          </a:ln>
        </p:spPr>
        <p:txBody>
          <a:bodyPr lIns="51120" rIns="51120" tIns="51120" bIns="51120" anchor="t">
            <a:normAutofit fontScale="36976" lnSpcReduction="10000"/>
          </a:bodyPr>
          <a:p>
            <a:pPr marL="432000" indent="-324000">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22" name="PlaceHolder 3"/>
          <p:cNvSpPr>
            <a:spLocks noGrp="1"/>
          </p:cNvSpPr>
          <p:nvPr>
            <p:ph type="sldNum" idx="8"/>
          </p:nvPr>
        </p:nvSpPr>
        <p:spPr>
          <a:xfrm>
            <a:off x="4271400" y="3137760"/>
            <a:ext cx="276120" cy="264600"/>
          </a:xfrm>
          <a:prstGeom prst="rect">
            <a:avLst/>
          </a:prstGeom>
          <a:noFill/>
          <a:ln w="0">
            <a:noFill/>
          </a:ln>
        </p:spPr>
        <p:txBody>
          <a:bodyPr lIns="51120" rIns="51120" tIns="51120" bIns="51120" anchor="ctr">
            <a:normAutofit/>
          </a:bodyPr>
          <a:lstStyle>
            <a:lvl1pPr indent="0" algn="r">
              <a:lnSpc>
                <a:spcPct val="100000"/>
              </a:lnSpc>
              <a:buNone/>
              <a:tabLst>
                <a:tab algn="l" pos="0"/>
              </a:tabLst>
              <a:defRPr b="0" lang="en-US" sz="600" spc="-1" strike="noStrike">
                <a:solidFill>
                  <a:schemeClr val="dk2"/>
                </a:solidFill>
                <a:latin typeface="Arial"/>
                <a:ea typeface="Arial"/>
              </a:defRPr>
            </a:lvl1pPr>
          </a:lstStyle>
          <a:p>
            <a:pPr indent="0" algn="r">
              <a:lnSpc>
                <a:spcPct val="100000"/>
              </a:lnSpc>
              <a:buNone/>
              <a:tabLst>
                <a:tab algn="l" pos="0"/>
              </a:tabLst>
            </a:pPr>
            <a:fld id="{EF9AA6EC-2729-4727-B9F8-CA09F09E5086}" type="slidenum">
              <a:rPr b="0" lang="en-US" sz="600" spc="-1" strike="noStrike">
                <a:solidFill>
                  <a:schemeClr val="dk2"/>
                </a:solidFill>
                <a:latin typeface="Arial"/>
                <a:ea typeface="Arial"/>
              </a:rPr>
              <a:t>&lt;number&gt;</a:t>
            </a:fld>
            <a:endParaRPr b="0" lang="en-US" sz="6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3" name="PlaceHolder 1"/>
          <p:cNvSpPr>
            <a:spLocks noGrp="1"/>
          </p:cNvSpPr>
          <p:nvPr>
            <p:ph type="sldNum" idx="9"/>
          </p:nvPr>
        </p:nvSpPr>
        <p:spPr>
          <a:xfrm>
            <a:off x="4271400" y="3137760"/>
            <a:ext cx="276120" cy="264600"/>
          </a:xfrm>
          <a:prstGeom prst="rect">
            <a:avLst/>
          </a:prstGeom>
          <a:noFill/>
          <a:ln w="0">
            <a:noFill/>
          </a:ln>
        </p:spPr>
        <p:txBody>
          <a:bodyPr lIns="51120" rIns="51120" tIns="51120" bIns="51120" anchor="ctr">
            <a:normAutofit/>
          </a:bodyPr>
          <a:lstStyle>
            <a:lvl1pPr indent="0" algn="r">
              <a:lnSpc>
                <a:spcPct val="100000"/>
              </a:lnSpc>
              <a:buNone/>
              <a:tabLst>
                <a:tab algn="l" pos="0"/>
              </a:tabLst>
              <a:defRPr b="0" lang="en-US" sz="600" spc="-1" strike="noStrike">
                <a:solidFill>
                  <a:schemeClr val="dk2"/>
                </a:solidFill>
                <a:latin typeface="Arial"/>
                <a:ea typeface="Arial"/>
              </a:defRPr>
            </a:lvl1pPr>
          </a:lstStyle>
          <a:p>
            <a:pPr indent="0" algn="r">
              <a:lnSpc>
                <a:spcPct val="100000"/>
              </a:lnSpc>
              <a:buNone/>
              <a:tabLst>
                <a:tab algn="l" pos="0"/>
              </a:tabLst>
            </a:pPr>
            <a:fld id="{01378E82-B3DF-4C73-AB66-F36EBC3B48D0}" type="slidenum">
              <a:rPr b="0" lang="en-US" sz="600" spc="-1" strike="noStrike">
                <a:solidFill>
                  <a:schemeClr val="dk2"/>
                </a:solidFill>
                <a:latin typeface="Arial"/>
                <a:ea typeface="Arial"/>
              </a:rPr>
              <a:t>&lt;number&gt;</a:t>
            </a:fld>
            <a:endParaRPr b="0" lang="en-US" sz="6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4" name="Google Shape;18;p3"/>
          <p:cNvSpPr/>
          <p:nvPr/>
        </p:nvSpPr>
        <p:spPr>
          <a:xfrm>
            <a:off x="0" y="0"/>
            <a:ext cx="4608000" cy="3456000"/>
          </a:xfrm>
          <a:custGeom>
            <a:avLst/>
            <a:gdLst>
              <a:gd name="textAreaLeft" fmla="*/ 0 w 4608000"/>
              <a:gd name="textAreaRight" fmla="*/ 4608360 w 4608000"/>
              <a:gd name="textAreaTop" fmla="*/ 0 h 3456000"/>
              <a:gd name="textAreaBottom" fmla="*/ 3456360 h 3456000"/>
            </a:gdLst>
            <a:ahLst/>
            <a:rect l="textAreaLeft" t="textAreaTop" r="textAreaRight" b="textAreaBottom"/>
            <a:pathLst>
              <a:path w="4608195" h="3456304">
                <a:moveTo>
                  <a:pt x="4608004" y="0"/>
                </a:moveTo>
                <a:lnTo>
                  <a:pt x="0" y="0"/>
                </a:lnTo>
                <a:lnTo>
                  <a:pt x="0" y="3456000"/>
                </a:lnTo>
                <a:lnTo>
                  <a:pt x="4608004" y="3456000"/>
                </a:lnTo>
                <a:lnTo>
                  <a:pt x="4608004" y="0"/>
                </a:lnTo>
                <a:close/>
              </a:path>
            </a:pathLst>
          </a:custGeom>
          <a:solidFill>
            <a:srgbClr val="333333"/>
          </a:solidFill>
          <a:ln w="0">
            <a:noFill/>
          </a:ln>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ffffff"/>
              </a:solidFill>
              <a:latin typeface="Arial"/>
            </a:endParaRPr>
          </a:p>
        </p:txBody>
      </p:sp>
      <p:sp>
        <p:nvSpPr>
          <p:cNvPr id="25" name="PlaceHolder 1"/>
          <p:cNvSpPr>
            <a:spLocks noGrp="1"/>
          </p:cNvSpPr>
          <p:nvPr>
            <p:ph type="ftr" idx="10"/>
          </p:nvPr>
        </p:nvSpPr>
        <p:spPr>
          <a:xfrm>
            <a:off x="1567440" y="3218400"/>
            <a:ext cx="1474920" cy="2007000"/>
          </a:xfrm>
          <a:prstGeom prst="rect">
            <a:avLst/>
          </a:prstGeom>
          <a:noFill/>
          <a:ln w="0">
            <a:noFill/>
          </a:ln>
        </p:spPr>
        <p:txBody>
          <a:bodyPr lIns="0" rIns="0" tIns="0" bIns="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6" name="PlaceHolder 2"/>
          <p:cNvSpPr>
            <a:spLocks noGrp="1"/>
          </p:cNvSpPr>
          <p:nvPr>
            <p:ph type="dt" idx="11"/>
          </p:nvPr>
        </p:nvSpPr>
        <p:spPr>
          <a:xfrm>
            <a:off x="230400" y="3218400"/>
            <a:ext cx="1059840" cy="20070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7" name="PlaceHolder 3"/>
          <p:cNvSpPr>
            <a:spLocks noGrp="1"/>
          </p:cNvSpPr>
          <p:nvPr>
            <p:ph type="sldNum" idx="12"/>
          </p:nvPr>
        </p:nvSpPr>
        <p:spPr>
          <a:xfrm>
            <a:off x="4398480" y="3341880"/>
            <a:ext cx="151920" cy="2007000"/>
          </a:xfrm>
          <a:prstGeom prst="rect">
            <a:avLst/>
          </a:prstGeom>
          <a:noFill/>
          <a:ln w="0">
            <a:noFill/>
          </a:ln>
        </p:spPr>
        <p:txBody>
          <a:bodyPr lIns="0" rIns="0" tIns="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7E256BEC-147C-4A23-A051-BA45B1A9DC43}"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28" name="Google Shape;22;p3"/>
          <p:cNvSpPr/>
          <p:nvPr/>
        </p:nvSpPr>
        <p:spPr>
          <a:xfrm flipH="1" rot="10800000">
            <a:off x="-8640" y="3176640"/>
            <a:ext cx="4626360" cy="165240"/>
          </a:xfrm>
          <a:prstGeom prst="rect">
            <a:avLst/>
          </a:prstGeom>
          <a:solidFill>
            <a:srgbClr val="2d2d2d"/>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ffffff"/>
              </a:solidFill>
              <a:latin typeface="Arial"/>
            </a:endParaRPr>
          </a:p>
        </p:txBody>
      </p:sp>
      <p:sp>
        <p:nvSpPr>
          <p:cNvPr id="29" name="Google Shape;23;p3"/>
          <p:cNvSpPr/>
          <p:nvPr/>
        </p:nvSpPr>
        <p:spPr>
          <a:xfrm>
            <a:off x="76320" y="3200760"/>
            <a:ext cx="800640" cy="109440"/>
          </a:xfrm>
          <a:prstGeom prst="rect">
            <a:avLst/>
          </a:prstGeom>
          <a:noFill/>
          <a:ln w="0">
            <a:noFill/>
          </a:ln>
        </p:spPr>
        <p:style>
          <a:lnRef idx="0"/>
          <a:fillRef idx="0"/>
          <a:effectRef idx="0"/>
          <a:fontRef idx="minor"/>
        </p:style>
        <p:txBody>
          <a:bodyPr lIns="0" rIns="0" tIns="18360" bIns="0" anchor="t">
            <a:spAutoFit/>
          </a:bodyPr>
          <a:p>
            <a:pPr>
              <a:lnSpc>
                <a:spcPct val="100000"/>
              </a:lnSpc>
              <a:tabLst>
                <a:tab algn="l" pos="0"/>
              </a:tabLst>
            </a:pPr>
            <a:r>
              <a:rPr b="0" lang="en-US" sz="600" spc="-1" strike="noStrike">
                <a:solidFill>
                  <a:schemeClr val="lt1"/>
                </a:solidFill>
                <a:latin typeface="Calibri"/>
                <a:ea typeface="Calibri"/>
              </a:rPr>
              <a:t>Pablo J Piccoli Bornia</a:t>
            </a:r>
            <a:endParaRPr b="0" lang="en-US" sz="600" spc="-1" strike="noStrike">
              <a:solidFill>
                <a:srgbClr val="000000"/>
              </a:solidFill>
              <a:latin typeface="Arial"/>
            </a:endParaRPr>
          </a:p>
        </p:txBody>
      </p:sp>
      <p:sp>
        <p:nvSpPr>
          <p:cNvPr id="30" name="PlaceHolder 4"/>
          <p:cNvSpPr>
            <a:spLocks noGrp="1"/>
          </p:cNvSpPr>
          <p:nvPr>
            <p:ph type="title"/>
          </p:nvPr>
        </p:nvSpPr>
        <p:spPr>
          <a:xfrm>
            <a:off x="230400" y="137880"/>
            <a:ext cx="4148640" cy="577440"/>
          </a:xfrm>
          <a:prstGeom prst="rect">
            <a:avLst/>
          </a:prstGeom>
          <a:noFill/>
          <a:ln w="0">
            <a:noFill/>
          </a:ln>
        </p:spPr>
        <p:txBody>
          <a:bodyPr lIns="0" rIns="0" tIns="0" bIns="0" anchor="ctr">
            <a:noAutofit/>
          </a:bodyPr>
          <a:p>
            <a:pPr indent="0">
              <a:buNone/>
            </a:pPr>
            <a:r>
              <a:rPr b="0" lang="en-US" sz="1400" spc="-1" strike="noStrike">
                <a:solidFill>
                  <a:srgbClr val="000000"/>
                </a:solidFill>
                <a:latin typeface="Arial"/>
              </a:rPr>
              <a:t>Click to </a:t>
            </a:r>
            <a:r>
              <a:rPr b="0" lang="en-US" sz="1400" spc="-1" strike="noStrike">
                <a:solidFill>
                  <a:srgbClr val="000000"/>
                </a:solidFill>
                <a:latin typeface="Arial"/>
              </a:rPr>
              <a:t>edit the </a:t>
            </a:r>
            <a:r>
              <a:rPr b="0" lang="en-US" sz="1400" spc="-1" strike="noStrike">
                <a:solidFill>
                  <a:srgbClr val="000000"/>
                </a:solidFill>
                <a:latin typeface="Arial"/>
              </a:rPr>
              <a:t>title text </a:t>
            </a:r>
            <a:r>
              <a:rPr b="0" lang="en-US" sz="1400" spc="-1" strike="noStrike">
                <a:solidFill>
                  <a:srgbClr val="000000"/>
                </a:solidFill>
                <a:latin typeface="Arial"/>
              </a:rPr>
              <a:t>format</a:t>
            </a:r>
            <a:endParaRPr b="0" lang="en-US" sz="1400" spc="-1" strike="noStrike">
              <a:solidFill>
                <a:srgbClr val="000000"/>
              </a:solidFill>
              <a:latin typeface="Arial"/>
            </a:endParaRPr>
          </a:p>
        </p:txBody>
      </p:sp>
      <p:sp>
        <p:nvSpPr>
          <p:cNvPr id="31" name="PlaceHolder 5"/>
          <p:cNvSpPr>
            <a:spLocks noGrp="1"/>
          </p:cNvSpPr>
          <p:nvPr>
            <p:ph type="body"/>
          </p:nvPr>
        </p:nvSpPr>
        <p:spPr>
          <a:xfrm>
            <a:off x="230400" y="809640"/>
            <a:ext cx="4148640" cy="2006640"/>
          </a:xfrm>
          <a:prstGeom prst="rect">
            <a:avLst/>
          </a:prstGeom>
          <a:noFill/>
          <a:ln w="0">
            <a:noFill/>
          </a:ln>
        </p:spPr>
        <p:txBody>
          <a:bodyPr lIns="0" rIns="0" tIns="0" bIns="0" anchor="t">
            <a:normAutofit fontScale="74983" lnSpcReduction="10000"/>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95400" y="18360"/>
            <a:ext cx="736200" cy="577800"/>
          </a:xfrm>
          <a:prstGeom prst="rect">
            <a:avLst/>
          </a:prstGeom>
          <a:noFill/>
          <a:ln w="0">
            <a:noFill/>
          </a:ln>
        </p:spPr>
        <p:txBody>
          <a:bodyPr lIns="0" rIns="0" tIns="0" bIns="0" anchor="t">
            <a:noAutofit/>
          </a:bodyPr>
          <a:p>
            <a:pPr indent="0">
              <a:buNone/>
            </a:pPr>
            <a:r>
              <a:rPr b="0" lang="en-US" sz="1100" spc="-1" strike="noStrike">
                <a:solidFill>
                  <a:srgbClr val="000000"/>
                </a:solidFill>
                <a:latin typeface="Arial"/>
              </a:rPr>
              <a:t>Click to </a:t>
            </a:r>
            <a:r>
              <a:rPr b="0" lang="en-US" sz="1100" spc="-1" strike="noStrike">
                <a:solidFill>
                  <a:srgbClr val="000000"/>
                </a:solidFill>
                <a:latin typeface="Arial"/>
              </a:rPr>
              <a:t>edit the </a:t>
            </a:r>
            <a:r>
              <a:rPr b="0" lang="en-US" sz="1100" spc="-1" strike="noStrike">
                <a:solidFill>
                  <a:srgbClr val="000000"/>
                </a:solidFill>
                <a:latin typeface="Arial"/>
              </a:rPr>
              <a:t>title text </a:t>
            </a:r>
            <a:r>
              <a:rPr b="0" lang="en-US" sz="1100" spc="-1" strike="noStrike">
                <a:solidFill>
                  <a:srgbClr val="000000"/>
                </a:solidFill>
                <a:latin typeface="Arial"/>
              </a:rPr>
              <a:t>format</a:t>
            </a:r>
            <a:endParaRPr b="0" lang="en-US" sz="1100" spc="-1" strike="noStrike">
              <a:solidFill>
                <a:srgbClr val="000000"/>
              </a:solidFill>
              <a:latin typeface="Arial"/>
            </a:endParaRPr>
          </a:p>
        </p:txBody>
      </p:sp>
      <p:sp>
        <p:nvSpPr>
          <p:cNvPr id="33" name="PlaceHolder 2"/>
          <p:cNvSpPr>
            <a:spLocks noGrp="1"/>
          </p:cNvSpPr>
          <p:nvPr>
            <p:ph type="ftr" idx="13"/>
          </p:nvPr>
        </p:nvSpPr>
        <p:spPr>
          <a:xfrm>
            <a:off x="1567440" y="3218400"/>
            <a:ext cx="1474920" cy="2007000"/>
          </a:xfrm>
          <a:prstGeom prst="rect">
            <a:avLst/>
          </a:prstGeom>
          <a:noFill/>
          <a:ln w="0">
            <a:noFill/>
          </a:ln>
        </p:spPr>
        <p:txBody>
          <a:bodyPr lIns="0" rIns="0" tIns="0" bIns="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4" name="PlaceHolder 3"/>
          <p:cNvSpPr>
            <a:spLocks noGrp="1"/>
          </p:cNvSpPr>
          <p:nvPr>
            <p:ph type="dt" idx="14"/>
          </p:nvPr>
        </p:nvSpPr>
        <p:spPr>
          <a:xfrm>
            <a:off x="230400" y="3218400"/>
            <a:ext cx="1059840" cy="20070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5" name="PlaceHolder 4"/>
          <p:cNvSpPr>
            <a:spLocks noGrp="1"/>
          </p:cNvSpPr>
          <p:nvPr>
            <p:ph type="sldNum" idx="15"/>
          </p:nvPr>
        </p:nvSpPr>
        <p:spPr>
          <a:xfrm>
            <a:off x="4398480" y="3341880"/>
            <a:ext cx="151920" cy="2007000"/>
          </a:xfrm>
          <a:prstGeom prst="rect">
            <a:avLst/>
          </a:prstGeom>
          <a:noFill/>
          <a:ln w="0">
            <a:noFill/>
          </a:ln>
        </p:spPr>
        <p:txBody>
          <a:bodyPr lIns="0" rIns="0" tIns="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02BFB13B-1FCC-4363-92C6-9526CAF07DCF}"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6" name="Google Shape;31;p5"/>
          <p:cNvSpPr/>
          <p:nvPr/>
        </p:nvSpPr>
        <p:spPr>
          <a:xfrm>
            <a:off x="0" y="0"/>
            <a:ext cx="4608000" cy="3456000"/>
          </a:xfrm>
          <a:custGeom>
            <a:avLst/>
            <a:gdLst>
              <a:gd name="textAreaLeft" fmla="*/ 0 w 4608000"/>
              <a:gd name="textAreaRight" fmla="*/ 4608360 w 4608000"/>
              <a:gd name="textAreaTop" fmla="*/ 0 h 3456000"/>
              <a:gd name="textAreaBottom" fmla="*/ 3456360 h 3456000"/>
            </a:gdLst>
            <a:ahLst/>
            <a:rect l="textAreaLeft" t="textAreaTop" r="textAreaRight" b="textAreaBottom"/>
            <a:pathLst>
              <a:path w="4608195" h="3456304">
                <a:moveTo>
                  <a:pt x="4608004" y="0"/>
                </a:moveTo>
                <a:lnTo>
                  <a:pt x="0" y="0"/>
                </a:lnTo>
                <a:lnTo>
                  <a:pt x="0" y="3456000"/>
                </a:lnTo>
                <a:lnTo>
                  <a:pt x="4608004" y="3456000"/>
                </a:lnTo>
                <a:lnTo>
                  <a:pt x="4608004" y="0"/>
                </a:lnTo>
                <a:close/>
              </a:path>
            </a:pathLst>
          </a:custGeom>
          <a:solidFill>
            <a:srgbClr val="333333"/>
          </a:solidFill>
          <a:ln w="0">
            <a:noFill/>
          </a:ln>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7" name="PlaceHolder 1"/>
          <p:cNvSpPr>
            <a:spLocks noGrp="1"/>
          </p:cNvSpPr>
          <p:nvPr>
            <p:ph type="title"/>
          </p:nvPr>
        </p:nvSpPr>
        <p:spPr>
          <a:xfrm>
            <a:off x="95400" y="18360"/>
            <a:ext cx="3157920" cy="577800"/>
          </a:xfrm>
          <a:prstGeom prst="rect">
            <a:avLst/>
          </a:prstGeom>
          <a:noFill/>
          <a:ln w="0">
            <a:noFill/>
          </a:ln>
        </p:spPr>
        <p:txBody>
          <a:bodyPr lIns="0" rIns="0" tIns="0" bIns="0" anchor="t">
            <a:noAutofit/>
          </a:bodyPr>
          <a:p>
            <a:pPr indent="0">
              <a:buNone/>
            </a:pPr>
            <a:r>
              <a:rPr b="0" lang="en-US" sz="1100" spc="-1" strike="noStrike">
                <a:solidFill>
                  <a:srgbClr val="000000"/>
                </a:solidFill>
                <a:latin typeface="Arial"/>
              </a:rPr>
              <a:t>Click to </a:t>
            </a:r>
            <a:r>
              <a:rPr b="0" lang="en-US" sz="1100" spc="-1" strike="noStrike">
                <a:solidFill>
                  <a:srgbClr val="000000"/>
                </a:solidFill>
                <a:latin typeface="Arial"/>
              </a:rPr>
              <a:t>edit the </a:t>
            </a:r>
            <a:r>
              <a:rPr b="0" lang="en-US" sz="1100" spc="-1" strike="noStrike">
                <a:solidFill>
                  <a:srgbClr val="000000"/>
                </a:solidFill>
                <a:latin typeface="Arial"/>
              </a:rPr>
              <a:t>title text </a:t>
            </a:r>
            <a:r>
              <a:rPr b="0" lang="en-US" sz="1100" spc="-1" strike="noStrike">
                <a:solidFill>
                  <a:srgbClr val="000000"/>
                </a:solidFill>
                <a:latin typeface="Arial"/>
              </a:rPr>
              <a:t>format</a:t>
            </a:r>
            <a:endParaRPr b="0" lang="en-US" sz="1100" spc="-1" strike="noStrike">
              <a:solidFill>
                <a:srgbClr val="000000"/>
              </a:solidFill>
              <a:latin typeface="Arial"/>
            </a:endParaRPr>
          </a:p>
        </p:txBody>
      </p:sp>
      <p:sp>
        <p:nvSpPr>
          <p:cNvPr id="38" name="PlaceHolder 2"/>
          <p:cNvSpPr>
            <a:spLocks noGrp="1"/>
          </p:cNvSpPr>
          <p:nvPr>
            <p:ph type="ftr" idx="16"/>
          </p:nvPr>
        </p:nvSpPr>
        <p:spPr>
          <a:xfrm>
            <a:off x="1567440" y="3218400"/>
            <a:ext cx="1474920" cy="2007000"/>
          </a:xfrm>
          <a:prstGeom prst="rect">
            <a:avLst/>
          </a:prstGeom>
          <a:noFill/>
          <a:ln w="0">
            <a:noFill/>
          </a:ln>
        </p:spPr>
        <p:txBody>
          <a:bodyPr lIns="0" rIns="0" tIns="0" bIns="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9" name="PlaceHolder 3"/>
          <p:cNvSpPr>
            <a:spLocks noGrp="1"/>
          </p:cNvSpPr>
          <p:nvPr>
            <p:ph type="dt" idx="17"/>
          </p:nvPr>
        </p:nvSpPr>
        <p:spPr>
          <a:xfrm>
            <a:off x="230400" y="3218400"/>
            <a:ext cx="1059840" cy="20070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0" name="PlaceHolder 4"/>
          <p:cNvSpPr>
            <a:spLocks noGrp="1"/>
          </p:cNvSpPr>
          <p:nvPr>
            <p:ph type="sldNum" idx="18"/>
          </p:nvPr>
        </p:nvSpPr>
        <p:spPr>
          <a:xfrm>
            <a:off x="4398480" y="3341880"/>
            <a:ext cx="151920" cy="2007000"/>
          </a:xfrm>
          <a:prstGeom prst="rect">
            <a:avLst/>
          </a:prstGeom>
          <a:noFill/>
          <a:ln w="0">
            <a:noFill/>
          </a:ln>
        </p:spPr>
        <p:txBody>
          <a:bodyPr lIns="0" rIns="0" tIns="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66D44E34-4F3D-48AC-AE3E-62D296C4C3D8}"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41" name="Google Shape;36;p5"/>
          <p:cNvSpPr/>
          <p:nvPr/>
        </p:nvSpPr>
        <p:spPr>
          <a:xfrm flipH="1" rot="10800000">
            <a:off x="-8640" y="3176640"/>
            <a:ext cx="4626360" cy="165240"/>
          </a:xfrm>
          <a:prstGeom prst="rect">
            <a:avLst/>
          </a:prstGeom>
          <a:solidFill>
            <a:srgbClr val="2d2d2d"/>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ffffff"/>
              </a:solidFill>
              <a:latin typeface="Arial"/>
            </a:endParaRPr>
          </a:p>
        </p:txBody>
      </p:sp>
      <p:sp>
        <p:nvSpPr>
          <p:cNvPr id="42" name="Google Shape;37;p5"/>
          <p:cNvSpPr/>
          <p:nvPr/>
        </p:nvSpPr>
        <p:spPr>
          <a:xfrm>
            <a:off x="76320" y="3200760"/>
            <a:ext cx="800640" cy="109440"/>
          </a:xfrm>
          <a:prstGeom prst="rect">
            <a:avLst/>
          </a:prstGeom>
          <a:noFill/>
          <a:ln w="0">
            <a:noFill/>
          </a:ln>
        </p:spPr>
        <p:style>
          <a:lnRef idx="0"/>
          <a:fillRef idx="0"/>
          <a:effectRef idx="0"/>
          <a:fontRef idx="minor"/>
        </p:style>
        <p:txBody>
          <a:bodyPr lIns="0" rIns="0" tIns="18360" bIns="0" anchor="t">
            <a:spAutoFit/>
          </a:bodyPr>
          <a:p>
            <a:pPr>
              <a:lnSpc>
                <a:spcPct val="100000"/>
              </a:lnSpc>
              <a:tabLst>
                <a:tab algn="l" pos="0"/>
              </a:tabLst>
            </a:pPr>
            <a:r>
              <a:rPr b="0" lang="en-US" sz="600" spc="-1" strike="noStrike">
                <a:solidFill>
                  <a:schemeClr val="lt1"/>
                </a:solidFill>
                <a:latin typeface="Calibri"/>
                <a:ea typeface="Calibri"/>
              </a:rPr>
              <a:t>Pablo J Piccoli Bornia</a:t>
            </a:r>
            <a:endParaRPr b="0" lang="en-US" sz="6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157320" y="501120"/>
            <a:ext cx="4295520" cy="1380960"/>
          </a:xfrm>
          <a:prstGeom prst="rect">
            <a:avLst/>
          </a:prstGeom>
          <a:noFill/>
          <a:ln w="0">
            <a:noFill/>
          </a:ln>
        </p:spPr>
        <p:txBody>
          <a:bodyPr lIns="51120" rIns="51120" tIns="51120" bIns="51120" anchor="b">
            <a:normAutofit/>
          </a:bodyPr>
          <a:p>
            <a:pPr indent="0">
              <a:buNone/>
            </a:pPr>
            <a:r>
              <a:rPr b="0" lang="en-US" sz="2900" spc="-1" strike="noStrike">
                <a:solidFill>
                  <a:srgbClr val="000000"/>
                </a:solidFill>
                <a:latin typeface="Arial"/>
              </a:rPr>
              <a:t>Click to edit the title </a:t>
            </a:r>
            <a:r>
              <a:rPr b="0" lang="en-US" sz="2900" spc="-1" strike="noStrike">
                <a:solidFill>
                  <a:srgbClr val="000000"/>
                </a:solidFill>
                <a:latin typeface="Arial"/>
              </a:rPr>
              <a:t>text format</a:t>
            </a:r>
            <a:endParaRPr b="0" lang="en-US" sz="2900" spc="-1" strike="noStrike">
              <a:solidFill>
                <a:srgbClr val="000000"/>
              </a:solidFill>
              <a:latin typeface="Arial"/>
            </a:endParaRPr>
          </a:p>
        </p:txBody>
      </p:sp>
      <p:sp>
        <p:nvSpPr>
          <p:cNvPr id="44" name="PlaceHolder 2"/>
          <p:cNvSpPr>
            <a:spLocks noGrp="1"/>
          </p:cNvSpPr>
          <p:nvPr>
            <p:ph type="sldNum" idx="19"/>
          </p:nvPr>
        </p:nvSpPr>
        <p:spPr>
          <a:xfrm>
            <a:off x="4271400" y="3137760"/>
            <a:ext cx="276120" cy="264600"/>
          </a:xfrm>
          <a:prstGeom prst="rect">
            <a:avLst/>
          </a:prstGeom>
          <a:noFill/>
          <a:ln w="0">
            <a:noFill/>
          </a:ln>
        </p:spPr>
        <p:txBody>
          <a:bodyPr lIns="51120" rIns="51120" tIns="51120" bIns="51120" anchor="ctr">
            <a:normAutofit/>
          </a:bodyPr>
          <a:lstStyle>
            <a:lvl1pPr indent="0" algn="r">
              <a:lnSpc>
                <a:spcPct val="100000"/>
              </a:lnSpc>
              <a:buNone/>
              <a:tabLst>
                <a:tab algn="l" pos="0"/>
              </a:tabLst>
              <a:defRPr b="0" lang="en-US" sz="600" spc="-1" strike="noStrike">
                <a:solidFill>
                  <a:schemeClr val="dk2"/>
                </a:solidFill>
                <a:latin typeface="Arial"/>
                <a:ea typeface="Arial"/>
              </a:defRPr>
            </a:lvl1pPr>
          </a:lstStyle>
          <a:p>
            <a:pPr indent="0" algn="r">
              <a:lnSpc>
                <a:spcPct val="100000"/>
              </a:lnSpc>
              <a:buNone/>
              <a:tabLst>
                <a:tab algn="l" pos="0"/>
              </a:tabLst>
            </a:pPr>
            <a:fld id="{712E8EE2-45B9-4423-AAD9-18098AE4D225}" type="slidenum">
              <a:rPr b="0" lang="en-US" sz="600" spc="-1" strike="noStrike">
                <a:solidFill>
                  <a:schemeClr val="dk2"/>
                </a:solidFill>
                <a:latin typeface="Arial"/>
                <a:ea typeface="Arial"/>
              </a:rPr>
              <a:t>&lt;number&gt;</a:t>
            </a:fld>
            <a:endParaRPr b="0" lang="en-US" sz="6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157320" y="1447200"/>
            <a:ext cx="4295520" cy="565920"/>
          </a:xfrm>
          <a:prstGeom prst="rect">
            <a:avLst/>
          </a:prstGeom>
          <a:noFill/>
          <a:ln w="0">
            <a:noFill/>
          </a:ln>
        </p:spPr>
        <p:txBody>
          <a:bodyPr lIns="51120" rIns="51120" tIns="51120" bIns="51120" anchor="ctr">
            <a:normAutofit/>
          </a:bodyPr>
          <a:p>
            <a:pPr indent="0">
              <a:buNone/>
            </a:pPr>
            <a:r>
              <a:rPr b="0" lang="en-US" sz="2000" spc="-1" strike="noStrike">
                <a:solidFill>
                  <a:srgbClr val="000000"/>
                </a:solidFill>
                <a:latin typeface="Arial"/>
              </a:rPr>
              <a:t>C</a:t>
            </a:r>
            <a:r>
              <a:rPr b="0" lang="en-US" sz="2000" spc="-1" strike="noStrike">
                <a:solidFill>
                  <a:srgbClr val="000000"/>
                </a:solidFill>
                <a:latin typeface="Arial"/>
              </a:rPr>
              <a:t>li</a:t>
            </a:r>
            <a:r>
              <a:rPr b="0" lang="en-US" sz="2000" spc="-1" strike="noStrike">
                <a:solidFill>
                  <a:srgbClr val="000000"/>
                </a:solidFill>
                <a:latin typeface="Arial"/>
              </a:rPr>
              <a:t>c</a:t>
            </a:r>
            <a:r>
              <a:rPr b="0" lang="en-US" sz="2000" spc="-1" strike="noStrike">
                <a:solidFill>
                  <a:srgbClr val="000000"/>
                </a:solidFill>
                <a:latin typeface="Arial"/>
              </a:rPr>
              <a:t>k </a:t>
            </a:r>
            <a:r>
              <a:rPr b="0" lang="en-US" sz="2000" spc="-1" strike="noStrike">
                <a:solidFill>
                  <a:srgbClr val="000000"/>
                </a:solidFill>
                <a:latin typeface="Arial"/>
              </a:rPr>
              <a:t>t</a:t>
            </a:r>
            <a:r>
              <a:rPr b="0" lang="en-US" sz="2000" spc="-1" strike="noStrike">
                <a:solidFill>
                  <a:srgbClr val="000000"/>
                </a:solidFill>
                <a:latin typeface="Arial"/>
              </a:rPr>
              <a:t>o </a:t>
            </a:r>
            <a:r>
              <a:rPr b="0" lang="en-US" sz="2000" spc="-1" strike="noStrike">
                <a:solidFill>
                  <a:srgbClr val="000000"/>
                </a:solidFill>
                <a:latin typeface="Arial"/>
              </a:rPr>
              <a:t>e</a:t>
            </a:r>
            <a:r>
              <a:rPr b="0" lang="en-US" sz="2000" spc="-1" strike="noStrike">
                <a:solidFill>
                  <a:srgbClr val="000000"/>
                </a:solidFill>
                <a:latin typeface="Arial"/>
              </a:rPr>
              <a:t>d</a:t>
            </a:r>
            <a:r>
              <a:rPr b="0" lang="en-US" sz="2000" spc="-1" strike="noStrike">
                <a:solidFill>
                  <a:srgbClr val="000000"/>
                </a:solidFill>
                <a:latin typeface="Arial"/>
              </a:rPr>
              <a:t>it </a:t>
            </a:r>
            <a:r>
              <a:rPr b="0" lang="en-US" sz="2000" spc="-1" strike="noStrike">
                <a:solidFill>
                  <a:srgbClr val="000000"/>
                </a:solidFill>
                <a:latin typeface="Arial"/>
              </a:rPr>
              <a:t>t</a:t>
            </a:r>
            <a:r>
              <a:rPr b="0" lang="en-US" sz="2000" spc="-1" strike="noStrike">
                <a:solidFill>
                  <a:srgbClr val="000000"/>
                </a:solidFill>
                <a:latin typeface="Arial"/>
              </a:rPr>
              <a:t>h</a:t>
            </a:r>
            <a:r>
              <a:rPr b="0" lang="en-US" sz="2000" spc="-1" strike="noStrike">
                <a:solidFill>
                  <a:srgbClr val="000000"/>
                </a:solidFill>
                <a:latin typeface="Arial"/>
              </a:rPr>
              <a:t>e </a:t>
            </a:r>
            <a:r>
              <a:rPr b="0" lang="en-US" sz="2000" spc="-1" strike="noStrike">
                <a:solidFill>
                  <a:srgbClr val="000000"/>
                </a:solidFill>
                <a:latin typeface="Arial"/>
              </a:rPr>
              <a:t>ti</a:t>
            </a:r>
            <a:r>
              <a:rPr b="0" lang="en-US" sz="2000" spc="-1" strike="noStrike">
                <a:solidFill>
                  <a:srgbClr val="000000"/>
                </a:solidFill>
                <a:latin typeface="Arial"/>
              </a:rPr>
              <a:t>tl</a:t>
            </a:r>
            <a:r>
              <a:rPr b="0" lang="en-US" sz="2000" spc="-1" strike="noStrike">
                <a:solidFill>
                  <a:srgbClr val="000000"/>
                </a:solidFill>
                <a:latin typeface="Arial"/>
              </a:rPr>
              <a:t>e </a:t>
            </a:r>
            <a:r>
              <a:rPr b="0" lang="en-US" sz="2000" spc="-1" strike="noStrike">
                <a:solidFill>
                  <a:srgbClr val="000000"/>
                </a:solidFill>
                <a:latin typeface="Arial"/>
              </a:rPr>
              <a:t>t</a:t>
            </a:r>
            <a:r>
              <a:rPr b="0" lang="en-US" sz="2000" spc="-1" strike="noStrike">
                <a:solidFill>
                  <a:srgbClr val="000000"/>
                </a:solidFill>
                <a:latin typeface="Arial"/>
              </a:rPr>
              <a:t>e</a:t>
            </a:r>
            <a:r>
              <a:rPr b="0" lang="en-US" sz="2000" spc="-1" strike="noStrike">
                <a:solidFill>
                  <a:srgbClr val="000000"/>
                </a:solidFill>
                <a:latin typeface="Arial"/>
              </a:rPr>
              <a:t>x</a:t>
            </a:r>
            <a:r>
              <a:rPr b="0" lang="en-US" sz="2000" spc="-1" strike="noStrike">
                <a:solidFill>
                  <a:srgbClr val="000000"/>
                </a:solidFill>
                <a:latin typeface="Arial"/>
              </a:rPr>
              <a:t>t </a:t>
            </a:r>
            <a:r>
              <a:rPr b="0" lang="en-US" sz="2000" spc="-1" strike="noStrike">
                <a:solidFill>
                  <a:srgbClr val="000000"/>
                </a:solidFill>
                <a:latin typeface="Arial"/>
              </a:rPr>
              <a:t>f</a:t>
            </a:r>
            <a:r>
              <a:rPr b="0" lang="en-US" sz="2000" spc="-1" strike="noStrike">
                <a:solidFill>
                  <a:srgbClr val="000000"/>
                </a:solidFill>
                <a:latin typeface="Arial"/>
              </a:rPr>
              <a:t>o</a:t>
            </a:r>
            <a:r>
              <a:rPr b="0" lang="en-US" sz="2000" spc="-1" strike="noStrike">
                <a:solidFill>
                  <a:srgbClr val="000000"/>
                </a:solidFill>
                <a:latin typeface="Arial"/>
              </a:rPr>
              <a:t>r</a:t>
            </a:r>
            <a:r>
              <a:rPr b="0" lang="en-US" sz="2000" spc="-1" strike="noStrike">
                <a:solidFill>
                  <a:srgbClr val="000000"/>
                </a:solidFill>
                <a:latin typeface="Arial"/>
              </a:rPr>
              <a:t>m</a:t>
            </a:r>
            <a:r>
              <a:rPr b="0" lang="en-US" sz="2000" spc="-1" strike="noStrike">
                <a:solidFill>
                  <a:srgbClr val="000000"/>
                </a:solidFill>
                <a:latin typeface="Arial"/>
              </a:rPr>
              <a:t>a</a:t>
            </a:r>
            <a:r>
              <a:rPr b="0" lang="en-US" sz="2000" spc="-1" strike="noStrike">
                <a:solidFill>
                  <a:srgbClr val="000000"/>
                </a:solidFill>
                <a:latin typeface="Arial"/>
              </a:rPr>
              <a:t>t</a:t>
            </a:r>
            <a:endParaRPr b="0" lang="en-US" sz="2000" spc="-1" strike="noStrike">
              <a:solidFill>
                <a:srgbClr val="000000"/>
              </a:solidFill>
              <a:latin typeface="Arial"/>
            </a:endParaRPr>
          </a:p>
        </p:txBody>
      </p:sp>
      <p:sp>
        <p:nvSpPr>
          <p:cNvPr id="48" name="PlaceHolder 2"/>
          <p:cNvSpPr>
            <a:spLocks noGrp="1"/>
          </p:cNvSpPr>
          <p:nvPr>
            <p:ph type="sldNum" idx="20"/>
          </p:nvPr>
        </p:nvSpPr>
        <p:spPr>
          <a:xfrm>
            <a:off x="4271400" y="3137760"/>
            <a:ext cx="276120" cy="264600"/>
          </a:xfrm>
          <a:prstGeom prst="rect">
            <a:avLst/>
          </a:prstGeom>
          <a:noFill/>
          <a:ln w="0">
            <a:noFill/>
          </a:ln>
        </p:spPr>
        <p:txBody>
          <a:bodyPr lIns="51120" rIns="51120" tIns="51120" bIns="51120" anchor="ctr">
            <a:normAutofit/>
          </a:bodyPr>
          <a:lstStyle>
            <a:lvl1pPr indent="0" algn="r">
              <a:lnSpc>
                <a:spcPct val="100000"/>
              </a:lnSpc>
              <a:buNone/>
              <a:tabLst>
                <a:tab algn="l" pos="0"/>
              </a:tabLst>
              <a:defRPr b="0" lang="en-US" sz="600" spc="-1" strike="noStrike">
                <a:solidFill>
                  <a:schemeClr val="dk2"/>
                </a:solidFill>
                <a:latin typeface="Arial"/>
                <a:ea typeface="Arial"/>
              </a:defRPr>
            </a:lvl1pPr>
          </a:lstStyle>
          <a:p>
            <a:pPr indent="0" algn="r">
              <a:lnSpc>
                <a:spcPct val="100000"/>
              </a:lnSpc>
              <a:buNone/>
              <a:tabLst>
                <a:tab algn="l" pos="0"/>
              </a:tabLst>
            </a:pPr>
            <a:fld id="{5EDD9AAD-DB56-4805-B981-AD8C9DEE5241}" type="slidenum">
              <a:rPr b="0" lang="en-US" sz="600" spc="-1" strike="noStrike">
                <a:solidFill>
                  <a:schemeClr val="dk2"/>
                </a:solidFill>
                <a:latin typeface="Arial"/>
                <a:ea typeface="Arial"/>
              </a:rPr>
              <a:t>&lt;number&gt;</a:t>
            </a:fld>
            <a:endParaRPr b="0" lang="en-US" sz="6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157320" y="299520"/>
            <a:ext cx="4295520" cy="384840"/>
          </a:xfrm>
          <a:prstGeom prst="rect">
            <a:avLst/>
          </a:prstGeom>
          <a:noFill/>
          <a:ln w="0">
            <a:noFill/>
          </a:ln>
        </p:spPr>
        <p:txBody>
          <a:bodyPr lIns="51120" rIns="51120" tIns="51120" bIns="51120" anchor="t">
            <a:normAutofit/>
          </a:bodyPr>
          <a:p>
            <a:pPr indent="0">
              <a:buNone/>
            </a:pPr>
            <a:r>
              <a:rPr b="0" lang="en-US" sz="1600" spc="-1" strike="noStrike">
                <a:solidFill>
                  <a:srgbClr val="000000"/>
                </a:solidFill>
                <a:latin typeface="Arial"/>
              </a:rPr>
              <a:t>Click </a:t>
            </a:r>
            <a:r>
              <a:rPr b="0" lang="en-US" sz="1600" spc="-1" strike="noStrike">
                <a:solidFill>
                  <a:srgbClr val="000000"/>
                </a:solidFill>
                <a:latin typeface="Arial"/>
              </a:rPr>
              <a:t>to edit </a:t>
            </a:r>
            <a:r>
              <a:rPr b="0" lang="en-US" sz="1600" spc="-1" strike="noStrike">
                <a:solidFill>
                  <a:srgbClr val="000000"/>
                </a:solidFill>
                <a:latin typeface="Arial"/>
              </a:rPr>
              <a:t>the title </a:t>
            </a:r>
            <a:r>
              <a:rPr b="0" lang="en-US" sz="1600" spc="-1" strike="noStrike">
                <a:solidFill>
                  <a:srgbClr val="000000"/>
                </a:solidFill>
                <a:latin typeface="Arial"/>
              </a:rPr>
              <a:t>text </a:t>
            </a:r>
            <a:r>
              <a:rPr b="0" lang="en-US" sz="1600" spc="-1" strike="noStrike">
                <a:solidFill>
                  <a:srgbClr val="000000"/>
                </a:solidFill>
                <a:latin typeface="Arial"/>
              </a:rPr>
              <a:t>format</a:t>
            </a:r>
            <a:endParaRPr b="0" lang="en-US" sz="1600" spc="-1" strike="noStrike">
              <a:solidFill>
                <a:srgbClr val="000000"/>
              </a:solidFill>
              <a:latin typeface="Arial"/>
            </a:endParaRPr>
          </a:p>
        </p:txBody>
      </p:sp>
      <p:sp>
        <p:nvSpPr>
          <p:cNvPr id="50" name="PlaceHolder 2"/>
          <p:cNvSpPr>
            <a:spLocks noGrp="1"/>
          </p:cNvSpPr>
          <p:nvPr>
            <p:ph type="body"/>
          </p:nvPr>
        </p:nvSpPr>
        <p:spPr>
          <a:xfrm>
            <a:off x="157320" y="775440"/>
            <a:ext cx="4295520" cy="2298240"/>
          </a:xfrm>
          <a:prstGeom prst="rect">
            <a:avLst/>
          </a:prstGeom>
          <a:noFill/>
          <a:ln w="0">
            <a:noFill/>
          </a:ln>
        </p:spPr>
        <p:txBody>
          <a:bodyPr lIns="51120" rIns="51120" tIns="51120" bIns="51120" anchor="t">
            <a:normAutofit/>
          </a:bodyPr>
          <a:p>
            <a:pPr marL="432000" indent="-324000">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000" spc="-1" strike="noStrike">
                <a:solidFill>
                  <a:srgbClr val="000000"/>
                </a:solidFill>
                <a:latin typeface="Arial"/>
              </a:rPr>
              <a:t>Third Outline Level</a:t>
            </a:r>
            <a:endParaRPr b="0" lang="en-US" sz="1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000" spc="-1" strike="noStrike">
                <a:solidFill>
                  <a:srgbClr val="000000"/>
                </a:solidFill>
                <a:latin typeface="Arial"/>
              </a:rPr>
              <a:t>Fourth Outline Level</a:t>
            </a:r>
            <a:endParaRPr b="0" lang="en-US" sz="1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000" spc="-1" strike="noStrike">
                <a:solidFill>
                  <a:srgbClr val="000000"/>
                </a:solidFill>
                <a:latin typeface="Arial"/>
              </a:rPr>
              <a:t>Fifth Outline Level</a:t>
            </a:r>
            <a:endParaRPr b="0" lang="en-US" sz="1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000" spc="-1" strike="noStrike">
                <a:solidFill>
                  <a:srgbClr val="000000"/>
                </a:solidFill>
                <a:latin typeface="Arial"/>
              </a:rPr>
              <a:t>Sixth Outline Level</a:t>
            </a:r>
            <a:endParaRPr b="0" lang="en-US" sz="1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000" spc="-1" strike="noStrike">
                <a:solidFill>
                  <a:srgbClr val="000000"/>
                </a:solidFill>
                <a:latin typeface="Arial"/>
              </a:rPr>
              <a:t>Seventh Outline Level</a:t>
            </a:r>
            <a:endParaRPr b="0" lang="en-US" sz="1000" spc="-1" strike="noStrike">
              <a:solidFill>
                <a:srgbClr val="000000"/>
              </a:solidFill>
              <a:latin typeface="Arial"/>
            </a:endParaRPr>
          </a:p>
        </p:txBody>
      </p:sp>
      <p:sp>
        <p:nvSpPr>
          <p:cNvPr id="51" name="PlaceHolder 3"/>
          <p:cNvSpPr>
            <a:spLocks noGrp="1"/>
          </p:cNvSpPr>
          <p:nvPr>
            <p:ph type="sldNum" idx="21"/>
          </p:nvPr>
        </p:nvSpPr>
        <p:spPr>
          <a:xfrm>
            <a:off x="4271400" y="3137760"/>
            <a:ext cx="276120" cy="264600"/>
          </a:xfrm>
          <a:prstGeom prst="rect">
            <a:avLst/>
          </a:prstGeom>
          <a:noFill/>
          <a:ln w="0">
            <a:noFill/>
          </a:ln>
        </p:spPr>
        <p:txBody>
          <a:bodyPr lIns="51120" rIns="51120" tIns="51120" bIns="51120" anchor="ctr">
            <a:normAutofit/>
          </a:bodyPr>
          <a:lstStyle>
            <a:lvl1pPr indent="0" algn="r">
              <a:lnSpc>
                <a:spcPct val="100000"/>
              </a:lnSpc>
              <a:buNone/>
              <a:tabLst>
                <a:tab algn="l" pos="0"/>
              </a:tabLst>
              <a:defRPr b="0" lang="en-US" sz="600" spc="-1" strike="noStrike">
                <a:solidFill>
                  <a:schemeClr val="dk2"/>
                </a:solidFill>
                <a:latin typeface="Arial"/>
                <a:ea typeface="Arial"/>
              </a:defRPr>
            </a:lvl1pPr>
          </a:lstStyle>
          <a:p>
            <a:pPr indent="0" algn="r">
              <a:lnSpc>
                <a:spcPct val="100000"/>
              </a:lnSpc>
              <a:buNone/>
              <a:tabLst>
                <a:tab algn="l" pos="0"/>
              </a:tabLst>
            </a:pPr>
            <a:fld id="{4A684F59-0EBF-410D-AC05-8A63CFE1678E}" type="slidenum">
              <a:rPr b="0" lang="en-US" sz="600" spc="-1" strike="noStrike">
                <a:solidFill>
                  <a:schemeClr val="dk2"/>
                </a:solidFill>
                <a:latin typeface="Arial"/>
                <a:ea typeface="Arial"/>
              </a:rPr>
              <a:t>&lt;number&gt;</a:t>
            </a:fld>
            <a:endParaRPr b="0" lang="en-US" sz="6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157320" y="299520"/>
            <a:ext cx="4295520" cy="384840"/>
          </a:xfrm>
          <a:prstGeom prst="rect">
            <a:avLst/>
          </a:prstGeom>
          <a:noFill/>
          <a:ln w="0">
            <a:noFill/>
          </a:ln>
        </p:spPr>
        <p:txBody>
          <a:bodyPr lIns="51120" rIns="51120" tIns="51120" bIns="51120" anchor="t">
            <a:normAutofit/>
          </a:bodyPr>
          <a:p>
            <a:pPr indent="0">
              <a:buNone/>
            </a:pPr>
            <a:r>
              <a:rPr b="0" lang="en-US" sz="1600" spc="-1" strike="noStrike">
                <a:solidFill>
                  <a:srgbClr val="000000"/>
                </a:solidFill>
                <a:latin typeface="Arial"/>
              </a:rPr>
              <a:t>Click to edit the title text format</a:t>
            </a:r>
            <a:endParaRPr b="0" lang="en-US" sz="1600" spc="-1" strike="noStrike">
              <a:solidFill>
                <a:srgbClr val="000000"/>
              </a:solidFill>
              <a:latin typeface="Arial"/>
            </a:endParaRPr>
          </a:p>
        </p:txBody>
      </p:sp>
      <p:sp>
        <p:nvSpPr>
          <p:cNvPr id="55" name="PlaceHolder 2"/>
          <p:cNvSpPr>
            <a:spLocks noGrp="1"/>
          </p:cNvSpPr>
          <p:nvPr>
            <p:ph type="body"/>
          </p:nvPr>
        </p:nvSpPr>
        <p:spPr>
          <a:xfrm>
            <a:off x="157320" y="775440"/>
            <a:ext cx="2016360" cy="2298240"/>
          </a:xfrm>
          <a:prstGeom prst="rect">
            <a:avLst/>
          </a:prstGeom>
          <a:noFill/>
          <a:ln w="0">
            <a:noFill/>
          </a:ln>
        </p:spPr>
        <p:txBody>
          <a:bodyPr lIns="51120" rIns="51120" tIns="51120" bIns="51120" anchor="t">
            <a:normAutofit fontScale="23768" lnSpcReduction="10000"/>
          </a:bodyPr>
          <a:p>
            <a:pPr marL="432000" indent="-324000">
              <a:spcBef>
                <a:spcPts val="1417"/>
              </a:spcBef>
              <a:buClr>
                <a:srgbClr val="000000"/>
              </a:buClr>
              <a:buSzPct val="45000"/>
              <a:buFont typeface="Wingdings" charset="2"/>
              <a:buChar char=""/>
            </a:pPr>
            <a:r>
              <a:rPr b="0" lang="en-US" sz="800" spc="-1" strike="noStrike">
                <a:solidFill>
                  <a:srgbClr val="000000"/>
                </a:solidFill>
                <a:latin typeface="Arial"/>
              </a:rPr>
              <a:t>Click to edit the outline text format</a:t>
            </a:r>
            <a:endParaRPr b="0" lang="en-US" sz="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800" spc="-1" strike="noStrike">
                <a:solidFill>
                  <a:srgbClr val="000000"/>
                </a:solidFill>
                <a:latin typeface="Arial"/>
              </a:rPr>
              <a:t>Second Outline Level</a:t>
            </a:r>
            <a:endParaRPr b="0" lang="en-US" sz="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800" spc="-1" strike="noStrike">
                <a:solidFill>
                  <a:srgbClr val="000000"/>
                </a:solidFill>
                <a:latin typeface="Arial"/>
              </a:rPr>
              <a:t>Third Outline Level</a:t>
            </a:r>
            <a:endParaRPr b="0" lang="en-US" sz="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800" spc="-1" strike="noStrike">
                <a:solidFill>
                  <a:srgbClr val="000000"/>
                </a:solidFill>
                <a:latin typeface="Arial"/>
              </a:rPr>
              <a:t>Fourth Outline Level</a:t>
            </a:r>
            <a:endParaRPr b="0" lang="en-US" sz="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800" spc="-1" strike="noStrike">
                <a:solidFill>
                  <a:srgbClr val="000000"/>
                </a:solidFill>
                <a:latin typeface="Arial"/>
              </a:rPr>
              <a:t>Fifth Outline Level</a:t>
            </a:r>
            <a:endParaRPr b="0" lang="en-US" sz="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800" spc="-1" strike="noStrike">
                <a:solidFill>
                  <a:srgbClr val="000000"/>
                </a:solidFill>
                <a:latin typeface="Arial"/>
              </a:rPr>
              <a:t>Sixth Outline Level</a:t>
            </a:r>
            <a:endParaRPr b="0" lang="en-US" sz="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800" spc="-1" strike="noStrike">
                <a:solidFill>
                  <a:srgbClr val="000000"/>
                </a:solidFill>
                <a:latin typeface="Arial"/>
              </a:rPr>
              <a:t>Seventh Outline Level</a:t>
            </a:r>
            <a:endParaRPr b="0" lang="en-US" sz="800" spc="-1" strike="noStrike">
              <a:solidFill>
                <a:srgbClr val="000000"/>
              </a:solidFill>
              <a:latin typeface="Arial"/>
            </a:endParaRPr>
          </a:p>
        </p:txBody>
      </p:sp>
      <p:sp>
        <p:nvSpPr>
          <p:cNvPr id="56" name="PlaceHolder 3"/>
          <p:cNvSpPr>
            <a:spLocks noGrp="1"/>
          </p:cNvSpPr>
          <p:nvPr>
            <p:ph type="body"/>
          </p:nvPr>
        </p:nvSpPr>
        <p:spPr>
          <a:xfrm>
            <a:off x="2436480" y="775440"/>
            <a:ext cx="2016360" cy="2298240"/>
          </a:xfrm>
          <a:prstGeom prst="rect">
            <a:avLst/>
          </a:prstGeom>
          <a:noFill/>
          <a:ln w="0">
            <a:noFill/>
          </a:ln>
        </p:spPr>
        <p:txBody>
          <a:bodyPr lIns="51120" rIns="51120" tIns="51120" bIns="51120" anchor="t">
            <a:normAutofit fontScale="23768" lnSpcReduction="10000"/>
          </a:bodyPr>
          <a:p>
            <a:pPr marL="432000" indent="-324000">
              <a:spcBef>
                <a:spcPts val="1417"/>
              </a:spcBef>
              <a:buClr>
                <a:srgbClr val="000000"/>
              </a:buClr>
              <a:buSzPct val="45000"/>
              <a:buFont typeface="Wingdings" charset="2"/>
              <a:buChar char=""/>
            </a:pPr>
            <a:r>
              <a:rPr b="0" lang="en-US" sz="800" spc="-1" strike="noStrike">
                <a:solidFill>
                  <a:srgbClr val="000000"/>
                </a:solidFill>
                <a:latin typeface="Arial"/>
              </a:rPr>
              <a:t>Click to edit the outline text format</a:t>
            </a:r>
            <a:endParaRPr b="0" lang="en-US" sz="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800" spc="-1" strike="noStrike">
                <a:solidFill>
                  <a:srgbClr val="000000"/>
                </a:solidFill>
                <a:latin typeface="Arial"/>
              </a:rPr>
              <a:t>Second Outline Level</a:t>
            </a:r>
            <a:endParaRPr b="0" lang="en-US" sz="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800" spc="-1" strike="noStrike">
                <a:solidFill>
                  <a:srgbClr val="000000"/>
                </a:solidFill>
                <a:latin typeface="Arial"/>
              </a:rPr>
              <a:t>Third Outline Level</a:t>
            </a:r>
            <a:endParaRPr b="0" lang="en-US" sz="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800" spc="-1" strike="noStrike">
                <a:solidFill>
                  <a:srgbClr val="000000"/>
                </a:solidFill>
                <a:latin typeface="Arial"/>
              </a:rPr>
              <a:t>Fourth Outline Level</a:t>
            </a:r>
            <a:endParaRPr b="0" lang="en-US" sz="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800" spc="-1" strike="noStrike">
                <a:solidFill>
                  <a:srgbClr val="000000"/>
                </a:solidFill>
                <a:latin typeface="Arial"/>
              </a:rPr>
              <a:t>Fifth Outline Level</a:t>
            </a:r>
            <a:endParaRPr b="0" lang="en-US" sz="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800" spc="-1" strike="noStrike">
                <a:solidFill>
                  <a:srgbClr val="000000"/>
                </a:solidFill>
                <a:latin typeface="Arial"/>
              </a:rPr>
              <a:t>Sixth Outline Level</a:t>
            </a:r>
            <a:endParaRPr b="0" lang="en-US" sz="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800" spc="-1" strike="noStrike">
                <a:solidFill>
                  <a:srgbClr val="000000"/>
                </a:solidFill>
                <a:latin typeface="Arial"/>
              </a:rPr>
              <a:t>Seventh Outline Level</a:t>
            </a:r>
            <a:endParaRPr b="0" lang="en-US" sz="800" spc="-1" strike="noStrike">
              <a:solidFill>
                <a:srgbClr val="000000"/>
              </a:solidFill>
              <a:latin typeface="Arial"/>
            </a:endParaRPr>
          </a:p>
        </p:txBody>
      </p:sp>
      <p:sp>
        <p:nvSpPr>
          <p:cNvPr id="57" name="PlaceHolder 4"/>
          <p:cNvSpPr>
            <a:spLocks noGrp="1"/>
          </p:cNvSpPr>
          <p:nvPr>
            <p:ph type="sldNum" idx="22"/>
          </p:nvPr>
        </p:nvSpPr>
        <p:spPr>
          <a:xfrm>
            <a:off x="4271400" y="3137760"/>
            <a:ext cx="276120" cy="264600"/>
          </a:xfrm>
          <a:prstGeom prst="rect">
            <a:avLst/>
          </a:prstGeom>
          <a:noFill/>
          <a:ln w="0">
            <a:noFill/>
          </a:ln>
        </p:spPr>
        <p:txBody>
          <a:bodyPr lIns="51120" rIns="51120" tIns="51120" bIns="51120" anchor="ctr">
            <a:normAutofit/>
          </a:bodyPr>
          <a:lstStyle>
            <a:lvl1pPr indent="0" algn="r">
              <a:lnSpc>
                <a:spcPct val="100000"/>
              </a:lnSpc>
              <a:buNone/>
              <a:tabLst>
                <a:tab algn="l" pos="0"/>
              </a:tabLst>
              <a:defRPr b="0" lang="en-US" sz="600" spc="-1" strike="noStrike">
                <a:solidFill>
                  <a:schemeClr val="dk2"/>
                </a:solidFill>
                <a:latin typeface="Arial"/>
                <a:ea typeface="Arial"/>
              </a:defRPr>
            </a:lvl1pPr>
          </a:lstStyle>
          <a:p>
            <a:pPr indent="0" algn="r">
              <a:lnSpc>
                <a:spcPct val="100000"/>
              </a:lnSpc>
              <a:buNone/>
              <a:tabLst>
                <a:tab algn="l" pos="0"/>
              </a:tabLst>
            </a:pPr>
            <a:fld id="{1F5ABC15-FE76-424F-B169-9E7FB3327746}" type="slidenum">
              <a:rPr b="0" lang="en-US" sz="600" spc="-1" strike="noStrike">
                <a:solidFill>
                  <a:schemeClr val="dk2"/>
                </a:solidFill>
                <a:latin typeface="Arial"/>
                <a:ea typeface="Arial"/>
              </a:rPr>
              <a:t>&lt;number&gt;</a:t>
            </a:fld>
            <a:endParaRPr b="0" lang="en-US" sz="6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57320" y="299520"/>
            <a:ext cx="4295520" cy="384840"/>
          </a:xfrm>
          <a:prstGeom prst="rect">
            <a:avLst/>
          </a:prstGeom>
          <a:noFill/>
          <a:ln w="0">
            <a:noFill/>
          </a:ln>
        </p:spPr>
        <p:txBody>
          <a:bodyPr lIns="51120" rIns="51120" tIns="51120" bIns="51120" anchor="t">
            <a:normAutofit/>
          </a:bodyPr>
          <a:p>
            <a:pPr indent="0">
              <a:buNone/>
            </a:pPr>
            <a:r>
              <a:rPr b="0" lang="en-US" sz="1600" spc="-1" strike="noStrike">
                <a:solidFill>
                  <a:srgbClr val="000000"/>
                </a:solidFill>
                <a:latin typeface="Arial"/>
              </a:rPr>
              <a:t>Click </a:t>
            </a:r>
            <a:r>
              <a:rPr b="0" lang="en-US" sz="1600" spc="-1" strike="noStrike">
                <a:solidFill>
                  <a:srgbClr val="000000"/>
                </a:solidFill>
                <a:latin typeface="Arial"/>
              </a:rPr>
              <a:t>to </a:t>
            </a:r>
            <a:r>
              <a:rPr b="0" lang="en-US" sz="1600" spc="-1" strike="noStrike">
                <a:solidFill>
                  <a:srgbClr val="000000"/>
                </a:solidFill>
                <a:latin typeface="Arial"/>
              </a:rPr>
              <a:t>edit </a:t>
            </a:r>
            <a:r>
              <a:rPr b="0" lang="en-US" sz="1600" spc="-1" strike="noStrike">
                <a:solidFill>
                  <a:srgbClr val="000000"/>
                </a:solidFill>
                <a:latin typeface="Arial"/>
              </a:rPr>
              <a:t>the </a:t>
            </a:r>
            <a:r>
              <a:rPr b="0" lang="en-US" sz="1600" spc="-1" strike="noStrike">
                <a:solidFill>
                  <a:srgbClr val="000000"/>
                </a:solidFill>
                <a:latin typeface="Arial"/>
              </a:rPr>
              <a:t>title </a:t>
            </a:r>
            <a:r>
              <a:rPr b="0" lang="en-US" sz="1600" spc="-1" strike="noStrike">
                <a:solidFill>
                  <a:srgbClr val="000000"/>
                </a:solidFill>
                <a:latin typeface="Arial"/>
              </a:rPr>
              <a:t>text </a:t>
            </a:r>
            <a:r>
              <a:rPr b="0" lang="en-US" sz="1600" spc="-1" strike="noStrike">
                <a:solidFill>
                  <a:srgbClr val="000000"/>
                </a:solidFill>
                <a:latin typeface="Arial"/>
              </a:rPr>
              <a:t>forma</a:t>
            </a:r>
            <a:r>
              <a:rPr b="0" lang="en-US" sz="1600" spc="-1" strike="noStrike">
                <a:solidFill>
                  <a:srgbClr val="000000"/>
                </a:solidFill>
                <a:latin typeface="Arial"/>
              </a:rPr>
              <a:t>t</a:t>
            </a:r>
            <a:endParaRPr b="0" lang="en-US" sz="1600" spc="-1" strike="noStrike">
              <a:solidFill>
                <a:srgbClr val="000000"/>
              </a:solidFill>
              <a:latin typeface="Arial"/>
            </a:endParaRPr>
          </a:p>
        </p:txBody>
      </p:sp>
      <p:sp>
        <p:nvSpPr>
          <p:cNvPr id="62" name="PlaceHolder 2"/>
          <p:cNvSpPr>
            <a:spLocks noGrp="1"/>
          </p:cNvSpPr>
          <p:nvPr>
            <p:ph type="sldNum" idx="23"/>
          </p:nvPr>
        </p:nvSpPr>
        <p:spPr>
          <a:xfrm>
            <a:off x="4271400" y="3137760"/>
            <a:ext cx="276120" cy="264600"/>
          </a:xfrm>
          <a:prstGeom prst="rect">
            <a:avLst/>
          </a:prstGeom>
          <a:noFill/>
          <a:ln w="0">
            <a:noFill/>
          </a:ln>
        </p:spPr>
        <p:txBody>
          <a:bodyPr lIns="51120" rIns="51120" tIns="51120" bIns="51120" anchor="ctr">
            <a:normAutofit/>
          </a:bodyPr>
          <a:lstStyle>
            <a:lvl1pPr indent="0" algn="r">
              <a:lnSpc>
                <a:spcPct val="100000"/>
              </a:lnSpc>
              <a:buNone/>
              <a:tabLst>
                <a:tab algn="l" pos="0"/>
              </a:tabLst>
              <a:defRPr b="0" lang="en-US" sz="600" spc="-1" strike="noStrike">
                <a:solidFill>
                  <a:schemeClr val="dk2"/>
                </a:solidFill>
                <a:latin typeface="Arial"/>
                <a:ea typeface="Arial"/>
              </a:defRPr>
            </a:lvl1pPr>
          </a:lstStyle>
          <a:p>
            <a:pPr indent="0" algn="r">
              <a:lnSpc>
                <a:spcPct val="100000"/>
              </a:lnSpc>
              <a:buNone/>
              <a:tabLst>
                <a:tab algn="l" pos="0"/>
              </a:tabLst>
            </a:pPr>
            <a:fld id="{A8F79ECE-27CD-4C64-BF86-B12D6EE3746E}" type="slidenum">
              <a:rPr b="0" lang="en-US" sz="600" spc="-1" strike="noStrike">
                <a:solidFill>
                  <a:schemeClr val="dk2"/>
                </a:solidFill>
                <a:latin typeface="Arial"/>
                <a:ea typeface="Arial"/>
              </a:rPr>
              <a:t>&lt;number&gt;</a:t>
            </a:fld>
            <a:endParaRPr b="0" lang="en-US" sz="6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70" name="Google Shape;83;p17"/>
          <p:cNvSpPr/>
          <p:nvPr/>
        </p:nvSpPr>
        <p:spPr>
          <a:xfrm>
            <a:off x="347400" y="2037600"/>
            <a:ext cx="2508480" cy="165960"/>
          </a:xfrm>
          <a:prstGeom prst="rect">
            <a:avLst/>
          </a:prstGeom>
          <a:noFill/>
          <a:ln w="0">
            <a:noFill/>
          </a:ln>
        </p:spPr>
        <p:style>
          <a:lnRef idx="0"/>
          <a:fillRef idx="0"/>
          <a:effectRef idx="0"/>
          <a:fontRef idx="minor"/>
        </p:style>
        <p:txBody>
          <a:bodyPr lIns="0" rIns="0" tIns="11880" bIns="0" anchor="t">
            <a:spAutoFit/>
          </a:bodyPr>
          <a:p>
            <a:pPr marL="12600">
              <a:lnSpc>
                <a:spcPct val="100000"/>
              </a:lnSpc>
              <a:tabLst>
                <a:tab algn="l" pos="0"/>
              </a:tabLst>
            </a:pPr>
            <a:endParaRPr b="0" lang="en-US" sz="1400" spc="-1" strike="noStrike">
              <a:solidFill>
                <a:srgbClr val="000000"/>
              </a:solidFill>
              <a:latin typeface="Arial"/>
            </a:endParaRPr>
          </a:p>
        </p:txBody>
      </p:sp>
      <p:pic>
        <p:nvPicPr>
          <p:cNvPr id="71" name="Google Shape;84;p17" descr=""/>
          <p:cNvPicPr/>
          <p:nvPr/>
        </p:nvPicPr>
        <p:blipFill>
          <a:blip r:embed="rId1"/>
          <a:stretch/>
        </p:blipFill>
        <p:spPr>
          <a:xfrm>
            <a:off x="3274920" y="3115440"/>
            <a:ext cx="948240" cy="145440"/>
          </a:xfrm>
          <a:prstGeom prst="rect">
            <a:avLst/>
          </a:prstGeom>
          <a:ln w="0">
            <a:noFill/>
          </a:ln>
        </p:spPr>
      </p:pic>
      <p:sp>
        <p:nvSpPr>
          <p:cNvPr id="72" name="Google Shape;85;p17"/>
          <p:cNvSpPr/>
          <p:nvPr/>
        </p:nvSpPr>
        <p:spPr>
          <a:xfrm>
            <a:off x="293760" y="939240"/>
            <a:ext cx="3758040" cy="6861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1500" spc="-1" strike="noStrike">
                <a:solidFill>
                  <a:srgbClr val="2d2d2d"/>
                </a:solidFill>
                <a:latin typeface="Calibri"/>
                <a:ea typeface="Calibri"/>
              </a:rPr>
              <a:t>Pandas y Bases de Datos: manejo de DataFrames</a:t>
            </a:r>
            <a:endParaRPr b="0" lang="en-US" sz="1500" spc="-1" strike="noStrike">
              <a:solidFill>
                <a:srgbClr val="000000"/>
              </a:solidFill>
              <a:latin typeface="Arial"/>
            </a:endParaRPr>
          </a:p>
          <a:p>
            <a:pPr>
              <a:lnSpc>
                <a:spcPct val="100000"/>
              </a:lnSpc>
              <a:tabLst>
                <a:tab algn="l" pos="0"/>
              </a:tabLst>
            </a:pPr>
            <a:endParaRPr b="0" lang="en-US" sz="1500" spc="-1" strike="noStrike">
              <a:solidFill>
                <a:srgbClr val="000000"/>
              </a:solidFill>
              <a:latin typeface="Arial"/>
            </a:endParaRPr>
          </a:p>
        </p:txBody>
      </p:sp>
      <p:sp>
        <p:nvSpPr>
          <p:cNvPr id="73" name="Google Shape;86;p17"/>
          <p:cNvSpPr/>
          <p:nvPr/>
        </p:nvSpPr>
        <p:spPr>
          <a:xfrm>
            <a:off x="362520" y="1966680"/>
            <a:ext cx="849600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000" spc="-1" strike="noStrike">
                <a:solidFill>
                  <a:srgbClr val="2d2d2d"/>
                </a:solidFill>
                <a:latin typeface="Calibri"/>
                <a:ea typeface="Calibri"/>
              </a:rPr>
              <a:t>Profesor: Pablo J Piccoli Bornia</a:t>
            </a:r>
            <a:endParaRPr b="0" lang="en-US" sz="1000" spc="-1" strike="noStrike">
              <a:solidFill>
                <a:srgbClr val="000000"/>
              </a:solidFill>
              <a:latin typeface="Arial"/>
            </a:endParaRPr>
          </a:p>
        </p:txBody>
      </p:sp>
      <p:sp>
        <p:nvSpPr>
          <p:cNvPr id="74" name="Google Shape;87;p17"/>
          <p:cNvSpPr/>
          <p:nvPr/>
        </p:nvSpPr>
        <p:spPr>
          <a:xfrm>
            <a:off x="362520" y="2233080"/>
            <a:ext cx="8496000" cy="1378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900" spc="-1" strike="noStrike">
                <a:solidFill>
                  <a:srgbClr val="2d2d2d"/>
                </a:solidFill>
                <a:latin typeface="Calibri"/>
                <a:ea typeface="Calibri"/>
              </a:rPr>
              <a:t>Auxiliares: Daniela Longas, M Victoria Tolosa</a:t>
            </a:r>
            <a:endParaRPr b="0" lang="en-US" sz="900" spc="-1" strike="noStrike">
              <a:solidFill>
                <a:srgbClr val="000000"/>
              </a:solidFill>
              <a:latin typeface="Arial"/>
            </a:endParaRPr>
          </a:p>
        </p:txBody>
      </p:sp>
    </p:spTree>
  </p:cSld>
  <p:transition>
    <p:fade thruBlk="tru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Google Shape;92;p18"/>
          <p:cNvSpPr/>
          <p:nvPr/>
        </p:nvSpPr>
        <p:spPr>
          <a:xfrm>
            <a:off x="1129680" y="1618560"/>
            <a:ext cx="2567520" cy="194040"/>
          </a:xfrm>
          <a:prstGeom prst="rect">
            <a:avLst/>
          </a:prstGeom>
          <a:noFill/>
          <a:ln w="0">
            <a:noFill/>
          </a:ln>
        </p:spPr>
        <p:style>
          <a:lnRef idx="0"/>
          <a:fillRef idx="0"/>
          <a:effectRef idx="0"/>
          <a:fontRef idx="minor"/>
        </p:style>
        <p:txBody>
          <a:bodyPr lIns="0" rIns="0" tIns="11520" bIns="0" anchor="t">
            <a:spAutoFit/>
          </a:bodyPr>
          <a:p>
            <a:pPr marL="12600">
              <a:lnSpc>
                <a:spcPct val="100000"/>
              </a:lnSpc>
              <a:tabLst>
                <a:tab algn="l" pos="0"/>
              </a:tabLst>
            </a:pPr>
            <a:r>
              <a:rPr b="0" lang="en-US" sz="1200" spc="-1" strike="noStrike">
                <a:solidFill>
                  <a:srgbClr val="f4f2ed"/>
                </a:solidFill>
                <a:latin typeface="Calibri"/>
                <a:ea typeface="Calibri"/>
              </a:rPr>
              <a:t>BASES DE DATOS</a:t>
            </a:r>
            <a:endParaRPr b="0" lang="en-US" sz="1200" spc="-1" strike="noStrike">
              <a:solidFill>
                <a:srgbClr val="000000"/>
              </a:solidFill>
              <a:latin typeface="Arial"/>
            </a:endParaRPr>
          </a:p>
        </p:txBody>
      </p:sp>
      <p:grpSp>
        <p:nvGrpSpPr>
          <p:cNvPr id="76" name="Google Shape;93;p18"/>
          <p:cNvGrpSpPr/>
          <p:nvPr/>
        </p:nvGrpSpPr>
        <p:grpSpPr>
          <a:xfrm>
            <a:off x="1139760" y="1816560"/>
            <a:ext cx="2340360" cy="25200"/>
            <a:chOff x="1139760" y="1816560"/>
            <a:chExt cx="2340360" cy="25200"/>
          </a:xfrm>
        </p:grpSpPr>
        <p:sp>
          <p:nvSpPr>
            <p:cNvPr id="77" name="Google Shape;94;p18"/>
            <p:cNvSpPr/>
            <p:nvPr/>
          </p:nvSpPr>
          <p:spPr>
            <a:xfrm>
              <a:off x="1139760" y="1816560"/>
              <a:ext cx="2340360" cy="25200"/>
            </a:xfrm>
            <a:custGeom>
              <a:avLst/>
              <a:gdLst>
                <a:gd name="textAreaLeft" fmla="*/ 0 w 2340360"/>
                <a:gd name="textAreaRight" fmla="*/ 2340720 w 2340360"/>
                <a:gd name="textAreaTop" fmla="*/ 0 h 25200"/>
                <a:gd name="textAreaBottom" fmla="*/ 25560 h 25200"/>
              </a:gdLst>
              <a:ahLst/>
              <a:rect l="textAreaLeft" t="textAreaTop" r="textAreaRight" b="textAreaBottom"/>
              <a:pathLst>
                <a:path w="2340610" h="25400">
                  <a:moveTo>
                    <a:pt x="0" y="25305"/>
                  </a:moveTo>
                  <a:lnTo>
                    <a:pt x="0" y="0"/>
                  </a:lnTo>
                  <a:lnTo>
                    <a:pt x="2340180" y="0"/>
                  </a:lnTo>
                  <a:lnTo>
                    <a:pt x="2340180" y="25305"/>
                  </a:lnTo>
                  <a:lnTo>
                    <a:pt x="0" y="25305"/>
                  </a:lnTo>
                  <a:close/>
                </a:path>
              </a:pathLst>
            </a:custGeom>
            <a:solidFill>
              <a:srgbClr val="f4f2ed"/>
            </a:solidFill>
            <a:ln w="0">
              <a:noFill/>
            </a:ln>
            <a:effectLst>
              <a:outerShdw algn="bl" blurRad="57240" dir="5400000" dist="19080" rotWithShape="0">
                <a:srgbClr val="000000">
                  <a:alpha val="50000"/>
                </a:srgbClr>
              </a:outerShdw>
            </a:effectLst>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8" name="Google Shape;95;p18"/>
            <p:cNvSpPr/>
            <p:nvPr/>
          </p:nvSpPr>
          <p:spPr>
            <a:xfrm>
              <a:off x="1139760" y="1816560"/>
              <a:ext cx="2340360" cy="25200"/>
            </a:xfrm>
            <a:custGeom>
              <a:avLst/>
              <a:gdLst>
                <a:gd name="textAreaLeft" fmla="*/ 0 w 2340360"/>
                <a:gd name="textAreaRight" fmla="*/ 2340720 w 2340360"/>
                <a:gd name="textAreaTop" fmla="*/ 0 h 25200"/>
                <a:gd name="textAreaBottom" fmla="*/ 25560 h 25200"/>
              </a:gdLst>
              <a:ahLst/>
              <a:rect l="textAreaLeft" t="textAreaTop" r="textAreaRight" b="textAreaBottom"/>
              <a:pathLst>
                <a:path w="2340610" h="25400">
                  <a:moveTo>
                    <a:pt x="0" y="25305"/>
                  </a:moveTo>
                  <a:lnTo>
                    <a:pt x="0" y="0"/>
                  </a:lnTo>
                  <a:lnTo>
                    <a:pt x="2340180" y="0"/>
                  </a:lnTo>
                  <a:lnTo>
                    <a:pt x="2340180" y="25305"/>
                  </a:lnTo>
                  <a:lnTo>
                    <a:pt x="0" y="25305"/>
                  </a:lnTo>
                  <a:close/>
                </a:path>
              </a:pathLst>
            </a:custGeom>
            <a:noFill/>
            <a:ln w="9525">
              <a:solidFill>
                <a:srgbClr val="f4f2ed"/>
              </a:solidFill>
              <a:round/>
            </a:ln>
            <a:effectLst>
              <a:outerShdw algn="bl" blurRad="57240" dir="5400000" dist="19080" rotWithShape="0">
                <a:srgbClr val="000000">
                  <a:alpha val="50000"/>
                </a:srgbClr>
              </a:outerShdw>
            </a:effectLst>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9" name="Google Shape;96;p18"/>
            <p:cNvSpPr/>
            <p:nvPr/>
          </p:nvSpPr>
          <p:spPr>
            <a:xfrm>
              <a:off x="1139760" y="1816560"/>
              <a:ext cx="304920" cy="25200"/>
            </a:xfrm>
            <a:custGeom>
              <a:avLst/>
              <a:gdLst>
                <a:gd name="textAreaLeft" fmla="*/ 0 w 304920"/>
                <a:gd name="textAreaRight" fmla="*/ 305280 w 304920"/>
                <a:gd name="textAreaTop" fmla="*/ 0 h 25200"/>
                <a:gd name="textAreaBottom" fmla="*/ 25560 h 25200"/>
              </a:gdLst>
              <a:ahLst/>
              <a:rect l="textAreaLeft" t="textAreaTop" r="textAreaRight" b="textAreaBottom"/>
              <a:pathLst>
                <a:path w="305434" h="25400">
                  <a:moveTo>
                    <a:pt x="0" y="25305"/>
                  </a:moveTo>
                  <a:lnTo>
                    <a:pt x="0" y="0"/>
                  </a:lnTo>
                  <a:lnTo>
                    <a:pt x="305235" y="0"/>
                  </a:lnTo>
                  <a:lnTo>
                    <a:pt x="305235" y="25305"/>
                  </a:lnTo>
                  <a:lnTo>
                    <a:pt x="0" y="25305"/>
                  </a:lnTo>
                  <a:close/>
                </a:path>
              </a:pathLst>
            </a:custGeom>
            <a:solidFill>
              <a:srgbClr val="006dbf"/>
            </a:solidFill>
            <a:ln w="0">
              <a:noFill/>
            </a:ln>
            <a:effectLst>
              <a:outerShdw algn="bl" blurRad="57240" dir="5400000" dist="19080" rotWithShape="0">
                <a:srgbClr val="000000">
                  <a:alpha val="50000"/>
                </a:srgbClr>
              </a:outerShdw>
            </a:effectLst>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ffffff"/>
                </a:solidFill>
                <a:latin typeface="Arial"/>
              </a:endParaRPr>
            </a:p>
          </p:txBody>
        </p:sp>
        <p:sp>
          <p:nvSpPr>
            <p:cNvPr id="80" name="Google Shape;97;p18"/>
            <p:cNvSpPr/>
            <p:nvPr/>
          </p:nvSpPr>
          <p:spPr>
            <a:xfrm>
              <a:off x="1139760" y="1816560"/>
              <a:ext cx="304920" cy="25200"/>
            </a:xfrm>
            <a:custGeom>
              <a:avLst/>
              <a:gdLst>
                <a:gd name="textAreaLeft" fmla="*/ 0 w 304920"/>
                <a:gd name="textAreaRight" fmla="*/ 305280 w 304920"/>
                <a:gd name="textAreaTop" fmla="*/ 0 h 25200"/>
                <a:gd name="textAreaBottom" fmla="*/ 25560 h 25200"/>
              </a:gdLst>
              <a:ahLst/>
              <a:rect l="textAreaLeft" t="textAreaTop" r="textAreaRight" b="textAreaBottom"/>
              <a:pathLst>
                <a:path w="305434" h="25400">
                  <a:moveTo>
                    <a:pt x="0" y="25305"/>
                  </a:moveTo>
                  <a:lnTo>
                    <a:pt x="0" y="0"/>
                  </a:lnTo>
                  <a:lnTo>
                    <a:pt x="305235" y="0"/>
                  </a:lnTo>
                  <a:lnTo>
                    <a:pt x="305235" y="25305"/>
                  </a:lnTo>
                  <a:lnTo>
                    <a:pt x="0" y="25305"/>
                  </a:lnTo>
                  <a:close/>
                </a:path>
              </a:pathLst>
            </a:custGeom>
            <a:solidFill>
              <a:srgbClr val="ffdc64"/>
            </a:solidFill>
            <a:ln w="9525">
              <a:solidFill>
                <a:srgbClr val="ffdc64"/>
              </a:solidFill>
              <a:round/>
            </a:ln>
            <a:effectLst>
              <a:outerShdw algn="bl" blurRad="57240" dir="5400000" dist="19080" rotWithShape="0">
                <a:srgbClr val="000000">
                  <a:alpha val="50000"/>
                </a:srgbClr>
              </a:outerShdw>
            </a:effectLst>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000000"/>
                </a:solidFill>
                <a:latin typeface="Arial"/>
              </a:endParaRPr>
            </a:p>
          </p:txBody>
        </p:sp>
      </p:grpSp>
    </p:spTree>
  </p:cSld>
  <p:transition>
    <p:fade thruBlk="tru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Google Shape;102;p19"/>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82" name="PlaceHolder 1"/>
          <p:cNvSpPr>
            <a:spLocks noGrp="1"/>
          </p:cNvSpPr>
          <p:nvPr>
            <p:ph type="sldNum" idx="27"/>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41A2C1A6-599B-462E-88EE-336F5A14A2A5}"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83" name="Google Shape;104;p19"/>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84" name="Google Shape;105;p19" descr="di_tella2.png"/>
          <p:cNvPicPr/>
          <p:nvPr/>
        </p:nvPicPr>
        <p:blipFill>
          <a:blip r:embed="rId1"/>
          <a:stretch/>
        </p:blipFill>
        <p:spPr>
          <a:xfrm>
            <a:off x="4061520" y="1800"/>
            <a:ext cx="548280" cy="340200"/>
          </a:xfrm>
          <a:prstGeom prst="rect">
            <a:avLst/>
          </a:prstGeom>
          <a:ln w="0">
            <a:noFill/>
          </a:ln>
        </p:spPr>
      </p:pic>
      <p:sp>
        <p:nvSpPr>
          <p:cNvPr id="85" name="Google Shape;106;p19"/>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86" name="Google Shape;107;p19"/>
          <p:cNvSpPr/>
          <p:nvPr/>
        </p:nvSpPr>
        <p:spPr>
          <a:xfrm>
            <a:off x="91440" y="979920"/>
            <a:ext cx="4146120" cy="2109600"/>
          </a:xfrm>
          <a:prstGeom prst="rect">
            <a:avLst/>
          </a:prstGeom>
          <a:noFill/>
          <a:ln w="0">
            <a:noFill/>
          </a:ln>
        </p:spPr>
        <p:style>
          <a:lnRef idx="0"/>
          <a:fillRef idx="0"/>
          <a:effectRef idx="0"/>
          <a:fontRef idx="minor"/>
        </p:style>
        <p:txBody>
          <a:bodyPr lIns="90000" rIns="90000" tIns="45000" bIns="45000" anchor="t">
            <a:noAutofit/>
          </a:bodyPr>
          <a:p>
            <a:pPr marL="228600" indent="-146160">
              <a:lnSpc>
                <a:spcPct val="90000"/>
              </a:lnSpc>
              <a:buClr>
                <a:srgbClr val="000000"/>
              </a:buClr>
              <a:buFont typeface="Arial"/>
              <a:buChar char="•"/>
            </a:pPr>
            <a:r>
              <a:rPr b="0" lang="en-US" sz="1500" spc="-1" strike="noStrike">
                <a:solidFill>
                  <a:srgbClr val="000000"/>
                </a:solidFill>
                <a:latin typeface="Calibri"/>
                <a:ea typeface="Calibri"/>
              </a:rPr>
              <a:t>Muchas veces en la industria se confunde BBDD con SGBD</a:t>
            </a:r>
            <a:endParaRPr b="0" lang="en-US" sz="1500" spc="-1" strike="noStrike">
              <a:solidFill>
                <a:srgbClr val="000000"/>
              </a:solidFill>
              <a:latin typeface="Arial"/>
            </a:endParaRPr>
          </a:p>
          <a:p>
            <a:pPr marL="228600" indent="-146160">
              <a:lnSpc>
                <a:spcPct val="90000"/>
              </a:lnSpc>
              <a:spcBef>
                <a:spcPts val="1001"/>
              </a:spcBef>
              <a:buClr>
                <a:srgbClr val="000000"/>
              </a:buClr>
              <a:buFont typeface="Arial"/>
              <a:buChar char="•"/>
            </a:pPr>
            <a:r>
              <a:rPr b="0" lang="en-US" sz="1500" spc="-1" strike="noStrike">
                <a:solidFill>
                  <a:srgbClr val="000000"/>
                </a:solidFill>
                <a:latin typeface="Calibri"/>
                <a:ea typeface="Calibri"/>
              </a:rPr>
              <a:t>Una BBDD es un </a:t>
            </a:r>
            <a:r>
              <a:rPr b="1" lang="en-US" sz="1500" spc="-1" strike="noStrike">
                <a:solidFill>
                  <a:srgbClr val="000000"/>
                </a:solidFill>
                <a:latin typeface="Calibri"/>
                <a:ea typeface="Calibri"/>
              </a:rPr>
              <a:t>conjunto interrelacionado de datos.</a:t>
            </a:r>
            <a:r>
              <a:rPr b="0" lang="en-US" sz="1500" spc="-1" strike="noStrike">
                <a:solidFill>
                  <a:srgbClr val="000000"/>
                </a:solidFill>
                <a:latin typeface="Calibri"/>
                <a:ea typeface="Calibri"/>
              </a:rPr>
              <a:t> Puede ser tranquilamente una serie de cuadernos analógicos escritos en lapiz y papel.</a:t>
            </a:r>
            <a:endParaRPr b="0" lang="en-US" sz="1500" spc="-1" strike="noStrike">
              <a:solidFill>
                <a:srgbClr val="000000"/>
              </a:solidFill>
              <a:latin typeface="Arial"/>
            </a:endParaRPr>
          </a:p>
          <a:p>
            <a:pPr marL="228600" indent="-146160">
              <a:lnSpc>
                <a:spcPct val="90000"/>
              </a:lnSpc>
              <a:spcBef>
                <a:spcPts val="1001"/>
              </a:spcBef>
              <a:buClr>
                <a:srgbClr val="000000"/>
              </a:buClr>
              <a:buFont typeface="Arial"/>
              <a:buChar char="•"/>
            </a:pPr>
            <a:r>
              <a:rPr b="0" lang="en-US" sz="1500" spc="-1" strike="noStrike">
                <a:solidFill>
                  <a:srgbClr val="000000"/>
                </a:solidFill>
                <a:latin typeface="Calibri"/>
                <a:ea typeface="Calibri"/>
              </a:rPr>
              <a:t>Un SGBD es un gestor de base de datos. Es un software específico para manejar bases de datos digitales.</a:t>
            </a:r>
            <a:endParaRPr b="0" lang="en-US" sz="1500" spc="-1" strike="noStrike">
              <a:solidFill>
                <a:srgbClr val="000000"/>
              </a:solidFill>
              <a:latin typeface="Arial"/>
            </a:endParaRPr>
          </a:p>
        </p:txBody>
      </p:sp>
      <p:sp>
        <p:nvSpPr>
          <p:cNvPr id="87" name="Google Shape;108;p19"/>
          <p:cNvSpPr/>
          <p:nvPr/>
        </p:nvSpPr>
        <p:spPr>
          <a:xfrm>
            <a:off x="206640" y="388440"/>
            <a:ext cx="2256120" cy="432360"/>
          </a:xfrm>
          <a:prstGeom prst="rect">
            <a:avLst/>
          </a:prstGeom>
          <a:noFill/>
          <a:ln w="0">
            <a:noFill/>
          </a:ln>
        </p:spPr>
        <p:style>
          <a:lnRef idx="0"/>
          <a:fillRef idx="0"/>
          <a:effectRef idx="0"/>
          <a:fontRef idx="minor"/>
        </p:style>
        <p:txBody>
          <a:bodyPr lIns="90000" rIns="90000" tIns="45000" bIns="45000" anchor="t">
            <a:noAutofit/>
          </a:bodyPr>
          <a:p>
            <a:pPr>
              <a:lnSpc>
                <a:spcPct val="90000"/>
              </a:lnSpc>
              <a:spcBef>
                <a:spcPts val="1001"/>
              </a:spcBef>
              <a:tabLst>
                <a:tab algn="l" pos="0"/>
              </a:tabLst>
            </a:pPr>
            <a:r>
              <a:rPr b="1" lang="en-US" sz="1500" spc="-1" strike="noStrike">
                <a:solidFill>
                  <a:srgbClr val="000000"/>
                </a:solidFill>
                <a:latin typeface="Calibri"/>
                <a:ea typeface="Calibri"/>
              </a:rPr>
              <a:t>Definiciones</a:t>
            </a:r>
            <a:endParaRPr b="0" lang="en-US" sz="1500" spc="-1" strike="noStrike">
              <a:solidFill>
                <a:srgbClr val="000000"/>
              </a:solidFill>
              <a:latin typeface="Arial"/>
            </a:endParaRPr>
          </a:p>
        </p:txBody>
      </p:sp>
    </p:spTree>
  </p:cSld>
  <p:transition>
    <p:fade thruBlk="true"/>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Google Shape;113;p20"/>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89" name="PlaceHolder 1"/>
          <p:cNvSpPr>
            <a:spLocks noGrp="1"/>
          </p:cNvSpPr>
          <p:nvPr>
            <p:ph type="sldNum" idx="28"/>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3571B05D-E9BF-4CDF-BA18-22BC49487F6B}"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90" name="Google Shape;115;p20"/>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91" name="Google Shape;116;p20" descr="di_tella2.png"/>
          <p:cNvPicPr/>
          <p:nvPr/>
        </p:nvPicPr>
        <p:blipFill>
          <a:blip r:embed="rId1"/>
          <a:stretch/>
        </p:blipFill>
        <p:spPr>
          <a:xfrm>
            <a:off x="4061520" y="1800"/>
            <a:ext cx="548280" cy="340200"/>
          </a:xfrm>
          <a:prstGeom prst="rect">
            <a:avLst/>
          </a:prstGeom>
          <a:ln w="0">
            <a:noFill/>
          </a:ln>
        </p:spPr>
      </p:pic>
      <p:sp>
        <p:nvSpPr>
          <p:cNvPr id="92" name="Google Shape;117;p20"/>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93" name="Google Shape;118;p20"/>
          <p:cNvSpPr/>
          <p:nvPr/>
        </p:nvSpPr>
        <p:spPr>
          <a:xfrm>
            <a:off x="91440" y="449640"/>
            <a:ext cx="3919320" cy="276480"/>
          </a:xfrm>
          <a:prstGeom prst="rect">
            <a:avLst/>
          </a:prstGeom>
          <a:noFill/>
          <a:ln w="0">
            <a:noFill/>
          </a:ln>
        </p:spPr>
        <p:style>
          <a:lnRef idx="0"/>
          <a:fillRef idx="0"/>
          <a:effectRef idx="0"/>
          <a:fontRef idx="minor"/>
        </p:style>
        <p:txBody>
          <a:bodyPr lIns="90000" rIns="90000" tIns="45000" bIns="45000" anchor="ctr">
            <a:noAutofit/>
          </a:bodyPr>
          <a:p>
            <a:pPr>
              <a:lnSpc>
                <a:spcPct val="90000"/>
              </a:lnSpc>
              <a:tabLst>
                <a:tab algn="l" pos="0"/>
              </a:tabLst>
            </a:pPr>
            <a:r>
              <a:rPr b="1" lang="en-US" sz="1500" spc="-1" strike="noStrike">
                <a:solidFill>
                  <a:srgbClr val="000000"/>
                </a:solidFill>
                <a:latin typeface="Calibri"/>
                <a:ea typeface="Calibri"/>
              </a:rPr>
              <a:t>Comparación</a:t>
            </a:r>
            <a:endParaRPr b="0" lang="en-US" sz="1500" spc="-1" strike="noStrike">
              <a:solidFill>
                <a:srgbClr val="000000"/>
              </a:solidFill>
              <a:latin typeface="Arial"/>
            </a:endParaRPr>
          </a:p>
        </p:txBody>
      </p:sp>
      <p:graphicFrame>
        <p:nvGraphicFramePr>
          <p:cNvPr id="94" name="Google Shape;119;p20"/>
          <p:cNvGraphicFramePr/>
          <p:nvPr/>
        </p:nvGraphicFramePr>
        <p:xfrm>
          <a:off x="185400" y="812880"/>
          <a:ext cx="4213080" cy="2196360"/>
        </p:xfrm>
        <a:graphic>
          <a:graphicData uri="http://schemas.openxmlformats.org/drawingml/2006/table">
            <a:tbl>
              <a:tblPr/>
              <a:tblGrid>
                <a:gridCol w="2181600"/>
                <a:gridCol w="2031480"/>
              </a:tblGrid>
              <a:tr h="208440">
                <a:tc>
                  <a:txBody>
                    <a:bodyPr anchor="t">
                      <a:noAutofit/>
                    </a:bodyPr>
                    <a:p>
                      <a:pPr>
                        <a:lnSpc>
                          <a:spcPct val="100000"/>
                        </a:lnSpc>
                        <a:tabLst>
                          <a:tab algn="l" pos="0"/>
                        </a:tabLst>
                      </a:pPr>
                      <a:r>
                        <a:rPr b="1" lang="en-US" sz="900" spc="-1" strike="noStrike">
                          <a:solidFill>
                            <a:srgbClr val="ffffff"/>
                          </a:solidFill>
                          <a:latin typeface="Calibri"/>
                          <a:ea typeface="Calibri"/>
                        </a:rPr>
                        <a:t>Relacional (SQL)</a:t>
                      </a:r>
                      <a:endParaRPr b="0" lang="en-US" sz="9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472c4"/>
                    </a:solidFill>
                  </a:tcPr>
                </a:tc>
                <a:tc>
                  <a:txBody>
                    <a:bodyPr anchor="t">
                      <a:noAutofit/>
                    </a:bodyPr>
                    <a:p>
                      <a:pPr>
                        <a:lnSpc>
                          <a:spcPct val="100000"/>
                        </a:lnSpc>
                        <a:tabLst>
                          <a:tab algn="l" pos="0"/>
                        </a:tabLst>
                      </a:pPr>
                      <a:r>
                        <a:rPr b="1" lang="en-US" sz="900" spc="-1" strike="noStrike">
                          <a:solidFill>
                            <a:srgbClr val="ffffff"/>
                          </a:solidFill>
                          <a:latin typeface="Calibri"/>
                          <a:ea typeface="Calibri"/>
                        </a:rPr>
                        <a:t>MongoDB</a:t>
                      </a:r>
                      <a:endParaRPr b="0" lang="en-US" sz="9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472c4"/>
                    </a:solidFill>
                  </a:tcPr>
                </a:tc>
              </a:tr>
              <a:tr h="208440">
                <a:tc>
                  <a:txBody>
                    <a:bodyPr anchor="t">
                      <a:noAutofit/>
                    </a:bodyPr>
                    <a:p>
                      <a:pPr>
                        <a:lnSpc>
                          <a:spcPct val="100000"/>
                        </a:lnSpc>
                        <a:tabLst>
                          <a:tab algn="l" pos="0"/>
                        </a:tabLst>
                      </a:pPr>
                      <a:r>
                        <a:rPr b="0" lang="en-US" sz="900" spc="-1" strike="noStrike">
                          <a:solidFill>
                            <a:srgbClr val="000000"/>
                          </a:solidFill>
                          <a:latin typeface="Calibri"/>
                          <a:ea typeface="Calibri"/>
                        </a:rPr>
                        <a:t>Tablas</a:t>
                      </a:r>
                      <a:endParaRPr b="0" lang="en-US" sz="9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fd5e9"/>
                    </a:solidFill>
                  </a:tcPr>
                </a:tc>
                <a:tc>
                  <a:txBody>
                    <a:bodyPr anchor="t">
                      <a:noAutofit/>
                    </a:bodyPr>
                    <a:p>
                      <a:pPr>
                        <a:lnSpc>
                          <a:spcPct val="100000"/>
                        </a:lnSpc>
                        <a:tabLst>
                          <a:tab algn="l" pos="0"/>
                        </a:tabLst>
                      </a:pPr>
                      <a:r>
                        <a:rPr b="0" lang="en-US" sz="900" spc="-1" strike="noStrike">
                          <a:solidFill>
                            <a:srgbClr val="000000"/>
                          </a:solidFill>
                          <a:latin typeface="Calibri"/>
                          <a:ea typeface="Calibri"/>
                        </a:rPr>
                        <a:t>Conjuntos</a:t>
                      </a:r>
                      <a:endParaRPr b="0" lang="en-US" sz="9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fd5e9"/>
                    </a:solidFill>
                  </a:tcPr>
                </a:tc>
              </a:tr>
              <a:tr h="208440">
                <a:tc>
                  <a:txBody>
                    <a:bodyPr anchor="t">
                      <a:noAutofit/>
                    </a:bodyPr>
                    <a:p>
                      <a:pPr>
                        <a:lnSpc>
                          <a:spcPct val="100000"/>
                        </a:lnSpc>
                        <a:tabLst>
                          <a:tab algn="l" pos="0"/>
                        </a:tabLst>
                      </a:pPr>
                      <a:r>
                        <a:rPr b="0" lang="en-US" sz="900" spc="-1" strike="noStrike">
                          <a:solidFill>
                            <a:srgbClr val="000000"/>
                          </a:solidFill>
                          <a:latin typeface="Calibri"/>
                          <a:ea typeface="Calibri"/>
                        </a:rPr>
                        <a:t>Registros</a:t>
                      </a:r>
                      <a:endParaRPr b="0" lang="en-US" sz="9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ebf4"/>
                    </a:solidFill>
                  </a:tcPr>
                </a:tc>
                <a:tc>
                  <a:txBody>
                    <a:bodyPr anchor="t">
                      <a:noAutofit/>
                    </a:bodyPr>
                    <a:p>
                      <a:pPr>
                        <a:lnSpc>
                          <a:spcPct val="100000"/>
                        </a:lnSpc>
                        <a:tabLst>
                          <a:tab algn="l" pos="0"/>
                        </a:tabLst>
                      </a:pPr>
                      <a:r>
                        <a:rPr b="0" lang="en-US" sz="900" spc="-1" strike="noStrike">
                          <a:solidFill>
                            <a:srgbClr val="000000"/>
                          </a:solidFill>
                          <a:latin typeface="Calibri"/>
                          <a:ea typeface="Calibri"/>
                        </a:rPr>
                        <a:t>Documentos</a:t>
                      </a:r>
                      <a:endParaRPr b="0" lang="en-US" sz="9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ebf4"/>
                    </a:solidFill>
                  </a:tcPr>
                </a:tc>
              </a:tr>
              <a:tr h="208440">
                <a:tc>
                  <a:txBody>
                    <a:bodyPr anchor="t">
                      <a:noAutofit/>
                    </a:bodyPr>
                    <a:p>
                      <a:pPr>
                        <a:lnSpc>
                          <a:spcPct val="100000"/>
                        </a:lnSpc>
                        <a:tabLst>
                          <a:tab algn="l" pos="0"/>
                        </a:tabLst>
                      </a:pPr>
                      <a:r>
                        <a:rPr b="0" lang="en-US" sz="900" spc="-1" strike="noStrike">
                          <a:solidFill>
                            <a:srgbClr val="000000"/>
                          </a:solidFill>
                          <a:latin typeface="Calibri"/>
                          <a:ea typeface="Calibri"/>
                        </a:rPr>
                        <a:t>Atributos/campos</a:t>
                      </a:r>
                      <a:endParaRPr b="0" lang="en-US" sz="9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fd5e9"/>
                    </a:solidFill>
                  </a:tcPr>
                </a:tc>
                <a:tc>
                  <a:txBody>
                    <a:bodyPr anchor="t">
                      <a:noAutofit/>
                    </a:bodyPr>
                    <a:p>
                      <a:pPr>
                        <a:lnSpc>
                          <a:spcPct val="100000"/>
                        </a:lnSpc>
                        <a:tabLst>
                          <a:tab algn="l" pos="0"/>
                        </a:tabLst>
                      </a:pPr>
                      <a:r>
                        <a:rPr b="0" lang="en-US" sz="900" spc="-1" strike="noStrike">
                          <a:solidFill>
                            <a:srgbClr val="000000"/>
                          </a:solidFill>
                          <a:latin typeface="Calibri"/>
                          <a:ea typeface="Calibri"/>
                        </a:rPr>
                        <a:t>Clave/valor</a:t>
                      </a:r>
                      <a:endParaRPr b="0" lang="en-US" sz="9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fd5e9"/>
                    </a:solidFill>
                  </a:tcPr>
                </a:tc>
              </a:tr>
              <a:tr h="456480">
                <a:tc>
                  <a:txBody>
                    <a:bodyPr anchor="t">
                      <a:noAutofit/>
                    </a:bodyPr>
                    <a:p>
                      <a:pPr>
                        <a:lnSpc>
                          <a:spcPct val="100000"/>
                        </a:lnSpc>
                        <a:tabLst>
                          <a:tab algn="l" pos="0"/>
                        </a:tabLst>
                      </a:pPr>
                      <a:r>
                        <a:rPr b="0" lang="en-US" sz="900" spc="-1" strike="noStrike">
                          <a:solidFill>
                            <a:srgbClr val="000000"/>
                          </a:solidFill>
                          <a:latin typeface="Calibri"/>
                          <a:ea typeface="Calibri"/>
                        </a:rPr>
                        <a:t>Las tablas se relacionan entre si</a:t>
                      </a:r>
                      <a:endParaRPr b="0" lang="en-US" sz="9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ebf4"/>
                    </a:solidFill>
                  </a:tcPr>
                </a:tc>
                <a:tc>
                  <a:txBody>
                    <a:bodyPr anchor="t">
                      <a:noAutofit/>
                    </a:bodyPr>
                    <a:p>
                      <a:pPr>
                        <a:lnSpc>
                          <a:spcPct val="100000"/>
                        </a:lnSpc>
                        <a:tabLst>
                          <a:tab algn="l" pos="0"/>
                        </a:tabLst>
                      </a:pPr>
                      <a:r>
                        <a:rPr b="0" lang="en-US" sz="900" spc="-1" strike="noStrike">
                          <a:solidFill>
                            <a:srgbClr val="000000"/>
                          </a:solidFill>
                          <a:latin typeface="Calibri"/>
                          <a:ea typeface="Calibri"/>
                        </a:rPr>
                        <a:t>Los conjuntos no están relacionados entre sí</a:t>
                      </a:r>
                      <a:endParaRPr b="0" lang="en-US" sz="9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ebf4"/>
                    </a:solidFill>
                  </a:tcPr>
                </a:tc>
              </a:tr>
              <a:tr h="593280">
                <a:tc>
                  <a:txBody>
                    <a:bodyPr anchor="t">
                      <a:noAutofit/>
                    </a:bodyPr>
                    <a:p>
                      <a:pPr>
                        <a:lnSpc>
                          <a:spcPct val="100000"/>
                        </a:lnSpc>
                        <a:tabLst>
                          <a:tab algn="l" pos="0"/>
                        </a:tabLst>
                      </a:pPr>
                      <a:r>
                        <a:rPr b="0" lang="en-US" sz="900" spc="-1" strike="noStrike">
                          <a:solidFill>
                            <a:srgbClr val="000000"/>
                          </a:solidFill>
                          <a:latin typeface="Calibri"/>
                          <a:ea typeface="Calibri"/>
                        </a:rPr>
                        <a:t>Consulta SQL (universal para todos los SGBD realcionales)</a:t>
                      </a:r>
                      <a:endParaRPr b="0" lang="en-US" sz="9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fd5e9"/>
                    </a:solidFill>
                  </a:tcPr>
                </a:tc>
                <a:tc>
                  <a:txBody>
                    <a:bodyPr anchor="t">
                      <a:noAutofit/>
                    </a:bodyPr>
                    <a:p>
                      <a:pPr>
                        <a:lnSpc>
                          <a:spcPct val="100000"/>
                        </a:lnSpc>
                        <a:tabLst>
                          <a:tab algn="l" pos="0"/>
                        </a:tabLst>
                      </a:pPr>
                      <a:r>
                        <a:rPr b="0" lang="en-US" sz="900" spc="-1" strike="noStrike">
                          <a:solidFill>
                            <a:srgbClr val="000000"/>
                          </a:solidFill>
                          <a:latin typeface="Calibri"/>
                          <a:ea typeface="Calibri"/>
                        </a:rPr>
                        <a:t>Lenguaje de consulta propio</a:t>
                      </a:r>
                      <a:endParaRPr b="0" lang="en-US" sz="9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fd5e9"/>
                    </a:solidFill>
                  </a:tcPr>
                </a:tc>
              </a:tr>
              <a:tr h="208440">
                <a:tc>
                  <a:txBody>
                    <a:bodyPr anchor="t">
                      <a:noAutofit/>
                    </a:bodyPr>
                    <a:p>
                      <a:pPr>
                        <a:lnSpc>
                          <a:spcPct val="100000"/>
                        </a:lnSpc>
                        <a:tabLst>
                          <a:tab algn="l" pos="0"/>
                        </a:tabLst>
                      </a:pPr>
                      <a:r>
                        <a:rPr b="0" lang="en-US" sz="900" spc="-1" strike="noStrike">
                          <a:solidFill>
                            <a:srgbClr val="000000"/>
                          </a:solidFill>
                          <a:latin typeface="Calibri"/>
                          <a:ea typeface="Calibri"/>
                        </a:rPr>
                        <a:t>Estático</a:t>
                      </a:r>
                      <a:endParaRPr b="0" lang="en-US" sz="9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ebf4"/>
                    </a:solidFill>
                  </a:tcPr>
                </a:tc>
                <a:tc>
                  <a:txBody>
                    <a:bodyPr anchor="t">
                      <a:noAutofit/>
                    </a:bodyPr>
                    <a:p>
                      <a:pPr>
                        <a:lnSpc>
                          <a:spcPct val="100000"/>
                        </a:lnSpc>
                        <a:tabLst>
                          <a:tab algn="l" pos="0"/>
                        </a:tabLst>
                      </a:pPr>
                      <a:r>
                        <a:rPr b="0" lang="en-US" sz="900" spc="-1" strike="noStrike">
                          <a:solidFill>
                            <a:srgbClr val="000000"/>
                          </a:solidFill>
                          <a:latin typeface="Calibri"/>
                          <a:ea typeface="Calibri"/>
                        </a:rPr>
                        <a:t>Flexible</a:t>
                      </a:r>
                      <a:endParaRPr b="0" lang="en-US" sz="9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ebf4"/>
                    </a:solidFill>
                  </a:tcPr>
                </a:tc>
              </a:tr>
            </a:tbl>
          </a:graphicData>
        </a:graphic>
      </p:graphicFrame>
    </p:spTree>
  </p:cSld>
  <p:transition>
    <p:fade thruBlk="tru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Google Shape;124;p21"/>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96" name="PlaceHolder 1"/>
          <p:cNvSpPr>
            <a:spLocks noGrp="1"/>
          </p:cNvSpPr>
          <p:nvPr>
            <p:ph type="sldNum" idx="29"/>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622256E6-5288-41D6-B050-4BCD39379629}"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97" name="Google Shape;126;p21"/>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98" name="Google Shape;127;p21" descr="di_tella2.png"/>
          <p:cNvPicPr/>
          <p:nvPr/>
        </p:nvPicPr>
        <p:blipFill>
          <a:blip r:embed="rId1"/>
          <a:stretch/>
        </p:blipFill>
        <p:spPr>
          <a:xfrm>
            <a:off x="4061520" y="1800"/>
            <a:ext cx="548280" cy="340200"/>
          </a:xfrm>
          <a:prstGeom prst="rect">
            <a:avLst/>
          </a:prstGeom>
          <a:ln w="0">
            <a:noFill/>
          </a:ln>
        </p:spPr>
      </p:pic>
      <p:sp>
        <p:nvSpPr>
          <p:cNvPr id="99" name="Google Shape;128;p21"/>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100" name="Google Shape;129;p21"/>
          <p:cNvSpPr/>
          <p:nvPr/>
        </p:nvSpPr>
        <p:spPr>
          <a:xfrm>
            <a:off x="91440" y="449640"/>
            <a:ext cx="3919320" cy="276480"/>
          </a:xfrm>
          <a:prstGeom prst="rect">
            <a:avLst/>
          </a:prstGeom>
          <a:noFill/>
          <a:ln w="0">
            <a:noFill/>
          </a:ln>
        </p:spPr>
        <p:style>
          <a:lnRef idx="0"/>
          <a:fillRef idx="0"/>
          <a:effectRef idx="0"/>
          <a:fontRef idx="minor"/>
        </p:style>
        <p:txBody>
          <a:bodyPr lIns="90000" rIns="90000" tIns="45000" bIns="45000" anchor="ctr">
            <a:noAutofit/>
          </a:bodyPr>
          <a:p>
            <a:pPr>
              <a:lnSpc>
                <a:spcPct val="90000"/>
              </a:lnSpc>
              <a:tabLst>
                <a:tab algn="l" pos="0"/>
              </a:tabLst>
            </a:pPr>
            <a:r>
              <a:rPr b="1" lang="en-US" sz="1500" spc="-1" strike="noStrike">
                <a:solidFill>
                  <a:srgbClr val="000000"/>
                </a:solidFill>
                <a:latin typeface="Calibri"/>
                <a:ea typeface="Calibri"/>
              </a:rPr>
              <a:t>Comparación</a:t>
            </a:r>
            <a:endParaRPr b="0" lang="en-US" sz="1500" spc="-1" strike="noStrike">
              <a:solidFill>
                <a:srgbClr val="000000"/>
              </a:solidFill>
              <a:latin typeface="Arial"/>
            </a:endParaRPr>
          </a:p>
        </p:txBody>
      </p:sp>
      <p:graphicFrame>
        <p:nvGraphicFramePr>
          <p:cNvPr id="101" name="Google Shape;130;p21"/>
          <p:cNvGraphicFramePr/>
          <p:nvPr/>
        </p:nvGraphicFramePr>
        <p:xfrm>
          <a:off x="91440" y="976680"/>
          <a:ext cx="2814480" cy="1350000"/>
        </p:xfrm>
        <a:graphic>
          <a:graphicData uri="http://schemas.openxmlformats.org/drawingml/2006/table">
            <a:tbl>
              <a:tblPr/>
              <a:tblGrid>
                <a:gridCol w="937800"/>
                <a:gridCol w="937800"/>
                <a:gridCol w="938520"/>
              </a:tblGrid>
              <a:tr h="270000">
                <a:tc>
                  <a:txBody>
                    <a:bodyPr anchor="t">
                      <a:noAutofit/>
                    </a:bodyPr>
                    <a:p>
                      <a:pPr>
                        <a:lnSpc>
                          <a:spcPct val="100000"/>
                        </a:lnSpc>
                        <a:tabLst>
                          <a:tab algn="l" pos="0"/>
                        </a:tabLst>
                      </a:pPr>
                      <a:r>
                        <a:rPr b="1" lang="en-US" sz="1100" spc="-1" strike="noStrike">
                          <a:solidFill>
                            <a:srgbClr val="ffffff"/>
                          </a:solidFill>
                          <a:latin typeface="Calibri"/>
                          <a:ea typeface="Calibri"/>
                        </a:rPr>
                        <a:t>Nombre </a:t>
                      </a:r>
                      <a:endParaRPr b="0" lang="en-US" sz="11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472c4"/>
                    </a:solidFill>
                  </a:tcPr>
                </a:tc>
                <a:tc>
                  <a:txBody>
                    <a:bodyPr anchor="t">
                      <a:noAutofit/>
                    </a:bodyPr>
                    <a:p>
                      <a:pPr>
                        <a:lnSpc>
                          <a:spcPct val="100000"/>
                        </a:lnSpc>
                        <a:tabLst>
                          <a:tab algn="l" pos="0"/>
                        </a:tabLst>
                      </a:pPr>
                      <a:r>
                        <a:rPr b="1" lang="en-US" sz="1100" spc="-1" strike="noStrike">
                          <a:solidFill>
                            <a:srgbClr val="ffffff"/>
                          </a:solidFill>
                          <a:latin typeface="Calibri"/>
                          <a:ea typeface="Calibri"/>
                        </a:rPr>
                        <a:t>Apellido</a:t>
                      </a:r>
                      <a:endParaRPr b="0" lang="en-US" sz="11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472c4"/>
                    </a:solidFill>
                  </a:tcPr>
                </a:tc>
                <a:tc>
                  <a:txBody>
                    <a:bodyPr anchor="t">
                      <a:noAutofit/>
                    </a:bodyPr>
                    <a:p>
                      <a:pPr>
                        <a:lnSpc>
                          <a:spcPct val="100000"/>
                        </a:lnSpc>
                        <a:tabLst>
                          <a:tab algn="l" pos="0"/>
                        </a:tabLst>
                      </a:pPr>
                      <a:r>
                        <a:rPr b="1" lang="en-US" sz="1100" spc="-1" strike="noStrike">
                          <a:solidFill>
                            <a:srgbClr val="ffffff"/>
                          </a:solidFill>
                          <a:latin typeface="Calibri"/>
                          <a:ea typeface="Calibri"/>
                        </a:rPr>
                        <a:t>DNI</a:t>
                      </a:r>
                      <a:endParaRPr b="0" lang="en-US" sz="11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472c4"/>
                    </a:solidFill>
                  </a:tcPr>
                </a:tc>
              </a:tr>
              <a:tr h="270000">
                <a:tc>
                  <a:txBody>
                    <a:bodyPr anchor="t">
                      <a:noAutofit/>
                    </a:bodyPr>
                    <a:p>
                      <a:pPr>
                        <a:lnSpc>
                          <a:spcPct val="100000"/>
                        </a:lnSpc>
                        <a:tabLst>
                          <a:tab algn="l" pos="0"/>
                        </a:tabLst>
                      </a:pPr>
                      <a:r>
                        <a:rPr b="0" lang="en-US" sz="1100" spc="-1" strike="noStrike">
                          <a:solidFill>
                            <a:srgbClr val="000000"/>
                          </a:solidFill>
                          <a:latin typeface="Calibri"/>
                          <a:ea typeface="Calibri"/>
                        </a:rPr>
                        <a:t>Juan</a:t>
                      </a:r>
                      <a:endParaRPr b="0" lang="en-US"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fd5e9"/>
                    </a:solidFill>
                  </a:tcPr>
                </a:tc>
                <a:tc>
                  <a:txBody>
                    <a:bodyPr anchor="t">
                      <a:noAutofit/>
                    </a:bodyPr>
                    <a:p>
                      <a:pPr>
                        <a:lnSpc>
                          <a:spcPct val="100000"/>
                        </a:lnSpc>
                        <a:tabLst>
                          <a:tab algn="l" pos="0"/>
                        </a:tabLst>
                      </a:pPr>
                      <a:r>
                        <a:rPr b="0" lang="en-US" sz="1100" spc="-1" strike="noStrike">
                          <a:solidFill>
                            <a:srgbClr val="000000"/>
                          </a:solidFill>
                          <a:latin typeface="Calibri"/>
                          <a:ea typeface="Calibri"/>
                        </a:rPr>
                        <a:t>Perez</a:t>
                      </a:r>
                      <a:endParaRPr b="0" lang="en-US"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fd5e9"/>
                    </a:solidFill>
                  </a:tcPr>
                </a:tc>
                <a:tc>
                  <a:txBody>
                    <a:bodyPr anchor="t">
                      <a:noAutofit/>
                    </a:bodyPr>
                    <a:p>
                      <a:pPr>
                        <a:lnSpc>
                          <a:spcPct val="100000"/>
                        </a:lnSpc>
                        <a:tabLst>
                          <a:tab algn="l" pos="0"/>
                        </a:tabLst>
                      </a:pPr>
                      <a:r>
                        <a:rPr b="0" lang="en-US" sz="1100" spc="-1" strike="noStrike">
                          <a:solidFill>
                            <a:srgbClr val="000000"/>
                          </a:solidFill>
                          <a:latin typeface="Calibri"/>
                          <a:ea typeface="Calibri"/>
                        </a:rPr>
                        <a:t>355556363</a:t>
                      </a:r>
                      <a:endParaRPr b="0" lang="en-US"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fd5e9"/>
                    </a:solidFill>
                  </a:tcPr>
                </a:tc>
              </a:tr>
              <a:tr h="270000">
                <a:tc>
                  <a:txBody>
                    <a:bodyPr anchor="t">
                      <a:noAutofit/>
                    </a:bodyPr>
                    <a:p>
                      <a:pPr>
                        <a:lnSpc>
                          <a:spcPct val="100000"/>
                        </a:lnSpc>
                        <a:tabLst>
                          <a:tab algn="l" pos="0"/>
                        </a:tabLst>
                      </a:pPr>
                      <a:r>
                        <a:rPr b="0" lang="en-US" sz="1100" spc="-1" strike="noStrike">
                          <a:solidFill>
                            <a:srgbClr val="000000"/>
                          </a:solidFill>
                          <a:latin typeface="Calibri"/>
                          <a:ea typeface="Calibri"/>
                        </a:rPr>
                        <a:t>Julian</a:t>
                      </a:r>
                      <a:endParaRPr b="0" lang="en-US"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ebf4"/>
                    </a:solidFill>
                  </a:tcPr>
                </a:tc>
                <a:tc>
                  <a:txBody>
                    <a:bodyPr anchor="t">
                      <a:noAutofit/>
                    </a:bodyPr>
                    <a:p>
                      <a:pPr>
                        <a:lnSpc>
                          <a:spcPct val="100000"/>
                        </a:lnSpc>
                        <a:tabLst>
                          <a:tab algn="l" pos="0"/>
                        </a:tabLst>
                      </a:pPr>
                      <a:r>
                        <a:rPr b="0" lang="en-US" sz="1100" spc="-1" strike="noStrike">
                          <a:solidFill>
                            <a:srgbClr val="000000"/>
                          </a:solidFill>
                          <a:latin typeface="Calibri"/>
                          <a:ea typeface="Calibri"/>
                        </a:rPr>
                        <a:t>Peña</a:t>
                      </a:r>
                      <a:endParaRPr b="0" lang="en-US"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ebf4"/>
                    </a:solidFill>
                  </a:tcPr>
                </a:tc>
                <a:tc>
                  <a:txBody>
                    <a:bodyPr anchor="t">
                      <a:noAutofit/>
                    </a:bodyPr>
                    <a:p>
                      <a:pPr>
                        <a:lnSpc>
                          <a:spcPct val="100000"/>
                        </a:lnSpc>
                        <a:tabLst>
                          <a:tab algn="l" pos="0"/>
                        </a:tabLst>
                      </a:pPr>
                      <a:r>
                        <a:rPr b="0" lang="en-US" sz="1100" spc="-1" strike="noStrike">
                          <a:solidFill>
                            <a:srgbClr val="000000"/>
                          </a:solidFill>
                          <a:latin typeface="Calibri"/>
                          <a:ea typeface="Calibri"/>
                        </a:rPr>
                        <a:t>489993245</a:t>
                      </a:r>
                      <a:endParaRPr b="0" lang="en-US"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ebf4"/>
                    </a:solidFill>
                  </a:tcPr>
                </a:tc>
              </a:tr>
              <a:tr h="270000">
                <a:tc>
                  <a:txBody>
                    <a:bodyPr anchor="t">
                      <a:noAutofit/>
                    </a:bodyPr>
                    <a:p>
                      <a:pPr>
                        <a:lnSpc>
                          <a:spcPct val="100000"/>
                        </a:lnSpc>
                        <a:tabLst>
                          <a:tab algn="l" pos="0"/>
                        </a:tabLst>
                      </a:pPr>
                      <a:r>
                        <a:rPr b="0" lang="en-US" sz="1100" spc="-1" strike="noStrike">
                          <a:solidFill>
                            <a:srgbClr val="000000"/>
                          </a:solidFill>
                          <a:latin typeface="Calibri"/>
                          <a:ea typeface="Calibri"/>
                        </a:rPr>
                        <a:t>Julieta</a:t>
                      </a:r>
                      <a:endParaRPr b="0" lang="en-US"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fd5e9"/>
                    </a:solidFill>
                  </a:tcPr>
                </a:tc>
                <a:tc>
                  <a:txBody>
                    <a:bodyPr anchor="t">
                      <a:noAutofit/>
                    </a:bodyPr>
                    <a:p>
                      <a:pPr>
                        <a:lnSpc>
                          <a:spcPct val="100000"/>
                        </a:lnSpc>
                        <a:tabLst>
                          <a:tab algn="l" pos="0"/>
                        </a:tabLst>
                      </a:pPr>
                      <a:r>
                        <a:rPr b="0" lang="en-US" sz="1100" spc="-1" strike="noStrike">
                          <a:solidFill>
                            <a:srgbClr val="000000"/>
                          </a:solidFill>
                          <a:latin typeface="Calibri"/>
                          <a:ea typeface="Calibri"/>
                        </a:rPr>
                        <a:t>Fogolin</a:t>
                      </a:r>
                      <a:endParaRPr b="0" lang="en-US"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fd5e9"/>
                    </a:solidFill>
                  </a:tcPr>
                </a:tc>
                <a:tc>
                  <a:txBody>
                    <a:bodyPr anchor="t">
                      <a:noAutofit/>
                    </a:bodyPr>
                    <a:p>
                      <a:pPr>
                        <a:lnSpc>
                          <a:spcPct val="100000"/>
                        </a:lnSpc>
                        <a:tabLst>
                          <a:tab algn="l" pos="0"/>
                        </a:tabLst>
                      </a:pPr>
                      <a:r>
                        <a:rPr b="0" lang="en-US" sz="1100" spc="-1" strike="noStrike">
                          <a:solidFill>
                            <a:srgbClr val="000000"/>
                          </a:solidFill>
                          <a:latin typeface="Calibri"/>
                          <a:ea typeface="Calibri"/>
                        </a:rPr>
                        <a:t>20999321</a:t>
                      </a:r>
                      <a:endParaRPr b="0" lang="en-US"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fd5e9"/>
                    </a:solidFill>
                  </a:tcPr>
                </a:tc>
              </a:tr>
              <a:tr h="270000">
                <a:tc>
                  <a:txBody>
                    <a:bodyPr anchor="t">
                      <a:noAutofit/>
                    </a:bodyPr>
                    <a:p>
                      <a:pPr>
                        <a:lnSpc>
                          <a:spcPct val="100000"/>
                        </a:lnSpc>
                        <a:tabLst>
                          <a:tab algn="l" pos="0"/>
                        </a:tabLst>
                      </a:pPr>
                      <a:r>
                        <a:rPr b="0" lang="en-US" sz="1100" spc="-1" strike="noStrike">
                          <a:solidFill>
                            <a:srgbClr val="000000"/>
                          </a:solidFill>
                          <a:latin typeface="Calibri"/>
                          <a:ea typeface="Calibri"/>
                        </a:rPr>
                        <a:t>Mirna</a:t>
                      </a:r>
                      <a:endParaRPr b="0" lang="en-US"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ebf4"/>
                    </a:solidFill>
                  </a:tcPr>
                </a:tc>
                <a:tc>
                  <a:txBody>
                    <a:bodyPr anchor="t">
                      <a:noAutofit/>
                    </a:bodyPr>
                    <a:p>
                      <a:pPr>
                        <a:lnSpc>
                          <a:spcPct val="100000"/>
                        </a:lnSpc>
                        <a:tabLst>
                          <a:tab algn="l" pos="0"/>
                        </a:tabLst>
                      </a:pPr>
                      <a:r>
                        <a:rPr b="0" lang="en-US" sz="1100" spc="-1" strike="noStrike">
                          <a:solidFill>
                            <a:srgbClr val="000000"/>
                          </a:solidFill>
                          <a:latin typeface="Calibri"/>
                          <a:ea typeface="Calibri"/>
                        </a:rPr>
                        <a:t>Cubero</a:t>
                      </a:r>
                      <a:endParaRPr b="0" lang="en-US"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ebf4"/>
                    </a:solidFill>
                  </a:tcPr>
                </a:tc>
                <a:tc>
                  <a:txBody>
                    <a:bodyPr anchor="t">
                      <a:noAutofit/>
                    </a:bodyPr>
                    <a:p>
                      <a:pPr>
                        <a:lnSpc>
                          <a:spcPct val="100000"/>
                        </a:lnSpc>
                        <a:tabLst>
                          <a:tab algn="l" pos="0"/>
                        </a:tabLst>
                      </a:pPr>
                      <a:r>
                        <a:rPr b="0" lang="en-US" sz="1100" spc="-1" strike="noStrike">
                          <a:solidFill>
                            <a:srgbClr val="000000"/>
                          </a:solidFill>
                          <a:latin typeface="Calibri"/>
                          <a:ea typeface="Calibri"/>
                        </a:rPr>
                        <a:t>null</a:t>
                      </a:r>
                      <a:endParaRPr b="0" lang="en-US"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ebf4"/>
                    </a:solidFill>
                  </a:tcPr>
                </a:tc>
              </a:tr>
            </a:tbl>
          </a:graphicData>
        </a:graphic>
      </p:graphicFrame>
      <p:sp>
        <p:nvSpPr>
          <p:cNvPr id="102" name="Google Shape;131;p21"/>
          <p:cNvSpPr/>
          <p:nvPr/>
        </p:nvSpPr>
        <p:spPr>
          <a:xfrm>
            <a:off x="2968200" y="431640"/>
            <a:ext cx="1582560" cy="259704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Lst>
            </a:pPr>
            <a:r>
              <a:rPr b="0" lang="en-US" sz="900" spc="-1" strike="noStrike">
                <a:solidFill>
                  <a:srgbClr val="000000"/>
                </a:solidFill>
                <a:latin typeface="Calibri"/>
                <a:ea typeface="Calibri"/>
              </a:rPr>
              <a:t>{</a:t>
            </a:r>
            <a:endParaRPr b="0" lang="en-US" sz="900" spc="-1" strike="noStrike">
              <a:solidFill>
                <a:srgbClr val="000000"/>
              </a:solidFill>
              <a:latin typeface="Arial"/>
            </a:endParaRPr>
          </a:p>
          <a:p>
            <a:pPr>
              <a:lnSpc>
                <a:spcPct val="100000"/>
              </a:lnSpc>
              <a:tabLst>
                <a:tab algn="l" pos="0"/>
              </a:tabLst>
            </a:pPr>
            <a:r>
              <a:rPr b="0" lang="en-US" sz="900" spc="-1" strike="noStrike">
                <a:solidFill>
                  <a:srgbClr val="000000"/>
                </a:solidFill>
                <a:latin typeface="Calibri"/>
                <a:ea typeface="Calibri"/>
              </a:rPr>
              <a:t>“</a:t>
            </a:r>
            <a:r>
              <a:rPr b="0" lang="en-US" sz="900" spc="-1" strike="noStrike">
                <a:solidFill>
                  <a:srgbClr val="000000"/>
                </a:solidFill>
                <a:latin typeface="Calibri"/>
                <a:ea typeface="Calibri"/>
              </a:rPr>
              <a:t>nombre”: ”Juan”;</a:t>
            </a:r>
            <a:endParaRPr b="0" lang="en-US" sz="900" spc="-1" strike="noStrike">
              <a:solidFill>
                <a:srgbClr val="000000"/>
              </a:solidFill>
              <a:latin typeface="Arial"/>
            </a:endParaRPr>
          </a:p>
          <a:p>
            <a:pPr>
              <a:lnSpc>
                <a:spcPct val="100000"/>
              </a:lnSpc>
              <a:tabLst>
                <a:tab algn="l" pos="0"/>
              </a:tabLst>
            </a:pPr>
            <a:r>
              <a:rPr b="0" lang="en-US" sz="900" spc="-1" strike="noStrike">
                <a:solidFill>
                  <a:srgbClr val="000000"/>
                </a:solidFill>
                <a:latin typeface="Calibri"/>
                <a:ea typeface="Calibri"/>
              </a:rPr>
              <a:t>“</a:t>
            </a:r>
            <a:r>
              <a:rPr b="0" lang="en-US" sz="900" spc="-1" strike="noStrike">
                <a:solidFill>
                  <a:srgbClr val="000000"/>
                </a:solidFill>
                <a:latin typeface="Calibri"/>
                <a:ea typeface="Calibri"/>
              </a:rPr>
              <a:t>apellido”: ”Perez”;</a:t>
            </a:r>
            <a:endParaRPr b="0" lang="en-US" sz="900" spc="-1" strike="noStrike">
              <a:solidFill>
                <a:srgbClr val="000000"/>
              </a:solidFill>
              <a:latin typeface="Arial"/>
            </a:endParaRPr>
          </a:p>
          <a:p>
            <a:pPr>
              <a:lnSpc>
                <a:spcPct val="100000"/>
              </a:lnSpc>
              <a:tabLst>
                <a:tab algn="l" pos="0"/>
              </a:tabLst>
            </a:pPr>
            <a:r>
              <a:rPr b="0" lang="en-US" sz="900" spc="-1" strike="noStrike">
                <a:solidFill>
                  <a:srgbClr val="000000"/>
                </a:solidFill>
                <a:latin typeface="Calibri"/>
                <a:ea typeface="Calibri"/>
              </a:rPr>
              <a:t>“</a:t>
            </a:r>
            <a:r>
              <a:rPr b="0" lang="en-US" sz="900" spc="-1" strike="noStrike">
                <a:solidFill>
                  <a:srgbClr val="000000"/>
                </a:solidFill>
                <a:latin typeface="Calibri"/>
                <a:ea typeface="Calibri"/>
              </a:rPr>
              <a:t>DNI”: ” 355556363”</a:t>
            </a:r>
            <a:endParaRPr b="0" lang="en-US" sz="900" spc="-1" strike="noStrike">
              <a:solidFill>
                <a:srgbClr val="000000"/>
              </a:solidFill>
              <a:latin typeface="Arial"/>
            </a:endParaRPr>
          </a:p>
          <a:p>
            <a:pPr>
              <a:lnSpc>
                <a:spcPct val="100000"/>
              </a:lnSpc>
              <a:tabLst>
                <a:tab algn="l" pos="0"/>
              </a:tabLst>
            </a:pPr>
            <a:r>
              <a:rPr b="0" lang="en-US" sz="900" spc="-1" strike="noStrike">
                <a:solidFill>
                  <a:srgbClr val="000000"/>
                </a:solidFill>
                <a:latin typeface="Calibri"/>
                <a:ea typeface="Calibri"/>
              </a:rPr>
              <a:t>},</a:t>
            </a:r>
            <a:endParaRPr b="0" lang="en-US" sz="900" spc="-1" strike="noStrike">
              <a:solidFill>
                <a:srgbClr val="000000"/>
              </a:solidFill>
              <a:latin typeface="Arial"/>
            </a:endParaRPr>
          </a:p>
          <a:p>
            <a:pPr>
              <a:lnSpc>
                <a:spcPct val="100000"/>
              </a:lnSpc>
              <a:tabLst>
                <a:tab algn="l" pos="0"/>
              </a:tabLst>
            </a:pPr>
            <a:r>
              <a:rPr b="0" lang="en-US" sz="900" spc="-1" strike="noStrike">
                <a:solidFill>
                  <a:srgbClr val="000000"/>
                </a:solidFill>
                <a:latin typeface="Calibri"/>
                <a:ea typeface="Calibri"/>
              </a:rPr>
              <a:t>{</a:t>
            </a:r>
            <a:endParaRPr b="0" lang="en-US" sz="900" spc="-1" strike="noStrike">
              <a:solidFill>
                <a:srgbClr val="000000"/>
              </a:solidFill>
              <a:latin typeface="Arial"/>
            </a:endParaRPr>
          </a:p>
          <a:p>
            <a:pPr>
              <a:lnSpc>
                <a:spcPct val="100000"/>
              </a:lnSpc>
              <a:tabLst>
                <a:tab algn="l" pos="0"/>
              </a:tabLst>
            </a:pPr>
            <a:r>
              <a:rPr b="0" lang="en-US" sz="900" spc="-1" strike="noStrike">
                <a:solidFill>
                  <a:srgbClr val="000000"/>
                </a:solidFill>
                <a:latin typeface="Calibri"/>
                <a:ea typeface="Calibri"/>
              </a:rPr>
              <a:t>“</a:t>
            </a:r>
            <a:r>
              <a:rPr b="0" lang="en-US" sz="900" spc="-1" strike="noStrike">
                <a:solidFill>
                  <a:srgbClr val="000000"/>
                </a:solidFill>
                <a:latin typeface="Calibri"/>
                <a:ea typeface="Calibri"/>
              </a:rPr>
              <a:t>nombre”: ”Julian”;</a:t>
            </a:r>
            <a:endParaRPr b="0" lang="en-US" sz="900" spc="-1" strike="noStrike">
              <a:solidFill>
                <a:srgbClr val="000000"/>
              </a:solidFill>
              <a:latin typeface="Arial"/>
            </a:endParaRPr>
          </a:p>
          <a:p>
            <a:pPr>
              <a:lnSpc>
                <a:spcPct val="100000"/>
              </a:lnSpc>
              <a:tabLst>
                <a:tab algn="l" pos="0"/>
              </a:tabLst>
            </a:pPr>
            <a:r>
              <a:rPr b="0" lang="en-US" sz="900" spc="-1" strike="noStrike">
                <a:solidFill>
                  <a:srgbClr val="000000"/>
                </a:solidFill>
                <a:latin typeface="Calibri"/>
                <a:ea typeface="Calibri"/>
              </a:rPr>
              <a:t>“</a:t>
            </a:r>
            <a:r>
              <a:rPr b="0" lang="en-US" sz="900" spc="-1" strike="noStrike">
                <a:solidFill>
                  <a:srgbClr val="000000"/>
                </a:solidFill>
                <a:latin typeface="Calibri"/>
                <a:ea typeface="Calibri"/>
              </a:rPr>
              <a:t>apellido”: ”Peña”;</a:t>
            </a:r>
            <a:endParaRPr b="0" lang="en-US" sz="900" spc="-1" strike="noStrike">
              <a:solidFill>
                <a:srgbClr val="000000"/>
              </a:solidFill>
              <a:latin typeface="Arial"/>
            </a:endParaRPr>
          </a:p>
          <a:p>
            <a:pPr>
              <a:lnSpc>
                <a:spcPct val="100000"/>
              </a:lnSpc>
              <a:tabLst>
                <a:tab algn="l" pos="0"/>
              </a:tabLst>
            </a:pPr>
            <a:r>
              <a:rPr b="0" lang="en-US" sz="900" spc="-1" strike="noStrike">
                <a:solidFill>
                  <a:srgbClr val="000000"/>
                </a:solidFill>
                <a:latin typeface="Calibri"/>
                <a:ea typeface="Calibri"/>
              </a:rPr>
              <a:t>“</a:t>
            </a:r>
            <a:r>
              <a:rPr b="0" lang="en-US" sz="900" spc="-1" strike="noStrike">
                <a:solidFill>
                  <a:srgbClr val="000000"/>
                </a:solidFill>
                <a:latin typeface="Calibri"/>
                <a:ea typeface="Calibri"/>
              </a:rPr>
              <a:t>DNI”: ” 489993245”</a:t>
            </a:r>
            <a:endParaRPr b="0" lang="en-US" sz="900" spc="-1" strike="noStrike">
              <a:solidFill>
                <a:srgbClr val="000000"/>
              </a:solidFill>
              <a:latin typeface="Arial"/>
            </a:endParaRPr>
          </a:p>
          <a:p>
            <a:pPr>
              <a:lnSpc>
                <a:spcPct val="100000"/>
              </a:lnSpc>
              <a:tabLst>
                <a:tab algn="l" pos="0"/>
              </a:tabLst>
            </a:pPr>
            <a:r>
              <a:rPr b="0" lang="en-US" sz="900" spc="-1" strike="noStrike">
                <a:solidFill>
                  <a:srgbClr val="000000"/>
                </a:solidFill>
                <a:latin typeface="Calibri"/>
                <a:ea typeface="Calibri"/>
              </a:rPr>
              <a:t>},</a:t>
            </a:r>
            <a:endParaRPr b="0" lang="en-US" sz="900" spc="-1" strike="noStrike">
              <a:solidFill>
                <a:srgbClr val="000000"/>
              </a:solidFill>
              <a:latin typeface="Arial"/>
            </a:endParaRPr>
          </a:p>
          <a:p>
            <a:pPr>
              <a:lnSpc>
                <a:spcPct val="100000"/>
              </a:lnSpc>
              <a:tabLst>
                <a:tab algn="l" pos="0"/>
              </a:tabLst>
            </a:pPr>
            <a:r>
              <a:rPr b="0" lang="en-US" sz="900" spc="-1" strike="noStrike">
                <a:solidFill>
                  <a:srgbClr val="000000"/>
                </a:solidFill>
                <a:latin typeface="Calibri"/>
                <a:ea typeface="Calibri"/>
              </a:rPr>
              <a:t>{</a:t>
            </a:r>
            <a:endParaRPr b="0" lang="en-US" sz="900" spc="-1" strike="noStrike">
              <a:solidFill>
                <a:srgbClr val="000000"/>
              </a:solidFill>
              <a:latin typeface="Arial"/>
            </a:endParaRPr>
          </a:p>
          <a:p>
            <a:pPr>
              <a:lnSpc>
                <a:spcPct val="100000"/>
              </a:lnSpc>
              <a:tabLst>
                <a:tab algn="l" pos="0"/>
              </a:tabLst>
            </a:pPr>
            <a:r>
              <a:rPr b="0" lang="en-US" sz="900" spc="-1" strike="noStrike">
                <a:solidFill>
                  <a:srgbClr val="000000"/>
                </a:solidFill>
                <a:latin typeface="Calibri"/>
                <a:ea typeface="Calibri"/>
              </a:rPr>
              <a:t>“</a:t>
            </a:r>
            <a:r>
              <a:rPr b="0" lang="en-US" sz="900" spc="-1" strike="noStrike">
                <a:solidFill>
                  <a:srgbClr val="000000"/>
                </a:solidFill>
                <a:latin typeface="Calibri"/>
                <a:ea typeface="Calibri"/>
              </a:rPr>
              <a:t>nombre”: ”Julieta”;</a:t>
            </a:r>
            <a:endParaRPr b="0" lang="en-US" sz="900" spc="-1" strike="noStrike">
              <a:solidFill>
                <a:srgbClr val="000000"/>
              </a:solidFill>
              <a:latin typeface="Arial"/>
            </a:endParaRPr>
          </a:p>
          <a:p>
            <a:pPr>
              <a:lnSpc>
                <a:spcPct val="100000"/>
              </a:lnSpc>
              <a:tabLst>
                <a:tab algn="l" pos="0"/>
              </a:tabLst>
            </a:pPr>
            <a:r>
              <a:rPr b="0" lang="en-US" sz="900" spc="-1" strike="noStrike">
                <a:solidFill>
                  <a:srgbClr val="000000"/>
                </a:solidFill>
                <a:latin typeface="Calibri"/>
                <a:ea typeface="Calibri"/>
              </a:rPr>
              <a:t>“</a:t>
            </a:r>
            <a:r>
              <a:rPr b="0" lang="en-US" sz="900" spc="-1" strike="noStrike">
                <a:solidFill>
                  <a:srgbClr val="000000"/>
                </a:solidFill>
                <a:latin typeface="Calibri"/>
                <a:ea typeface="Calibri"/>
              </a:rPr>
              <a:t>apellido”: ”Foglin”;</a:t>
            </a:r>
            <a:endParaRPr b="0" lang="en-US" sz="900" spc="-1" strike="noStrike">
              <a:solidFill>
                <a:srgbClr val="000000"/>
              </a:solidFill>
              <a:latin typeface="Arial"/>
            </a:endParaRPr>
          </a:p>
          <a:p>
            <a:pPr>
              <a:lnSpc>
                <a:spcPct val="100000"/>
              </a:lnSpc>
              <a:tabLst>
                <a:tab algn="l" pos="0"/>
              </a:tabLst>
            </a:pPr>
            <a:r>
              <a:rPr b="0" lang="en-US" sz="900" spc="-1" strike="noStrike">
                <a:solidFill>
                  <a:srgbClr val="000000"/>
                </a:solidFill>
                <a:latin typeface="Calibri"/>
                <a:ea typeface="Calibri"/>
              </a:rPr>
              <a:t>“</a:t>
            </a:r>
            <a:r>
              <a:rPr b="0" lang="en-US" sz="900" spc="-1" strike="noStrike">
                <a:solidFill>
                  <a:srgbClr val="000000"/>
                </a:solidFill>
                <a:latin typeface="Calibri"/>
                <a:ea typeface="Calibri"/>
              </a:rPr>
              <a:t>DNI”: ” 20999321”</a:t>
            </a:r>
            <a:endParaRPr b="0" lang="en-US" sz="900" spc="-1" strike="noStrike">
              <a:solidFill>
                <a:srgbClr val="000000"/>
              </a:solidFill>
              <a:latin typeface="Arial"/>
            </a:endParaRPr>
          </a:p>
          <a:p>
            <a:pPr>
              <a:lnSpc>
                <a:spcPct val="100000"/>
              </a:lnSpc>
              <a:tabLst>
                <a:tab algn="l" pos="0"/>
              </a:tabLst>
            </a:pPr>
            <a:r>
              <a:rPr b="0" lang="en-US" sz="900" spc="-1" strike="noStrike">
                <a:solidFill>
                  <a:srgbClr val="000000"/>
                </a:solidFill>
                <a:latin typeface="Calibri"/>
                <a:ea typeface="Calibri"/>
              </a:rPr>
              <a:t>},</a:t>
            </a:r>
            <a:endParaRPr b="0" lang="en-US" sz="900" spc="-1" strike="noStrike">
              <a:solidFill>
                <a:srgbClr val="000000"/>
              </a:solidFill>
              <a:latin typeface="Arial"/>
            </a:endParaRPr>
          </a:p>
          <a:p>
            <a:pPr>
              <a:lnSpc>
                <a:spcPct val="100000"/>
              </a:lnSpc>
              <a:tabLst>
                <a:tab algn="l" pos="0"/>
              </a:tabLst>
            </a:pPr>
            <a:r>
              <a:rPr b="0" lang="en-US" sz="900" spc="-1" strike="noStrike">
                <a:solidFill>
                  <a:srgbClr val="000000"/>
                </a:solidFill>
                <a:latin typeface="Calibri"/>
                <a:ea typeface="Calibri"/>
              </a:rPr>
              <a:t>{</a:t>
            </a:r>
            <a:endParaRPr b="0" lang="en-US" sz="900" spc="-1" strike="noStrike">
              <a:solidFill>
                <a:srgbClr val="000000"/>
              </a:solidFill>
              <a:latin typeface="Arial"/>
            </a:endParaRPr>
          </a:p>
          <a:p>
            <a:pPr>
              <a:lnSpc>
                <a:spcPct val="100000"/>
              </a:lnSpc>
              <a:tabLst>
                <a:tab algn="l" pos="0"/>
              </a:tabLst>
            </a:pPr>
            <a:r>
              <a:rPr b="0" lang="en-US" sz="900" spc="-1" strike="noStrike">
                <a:solidFill>
                  <a:srgbClr val="000000"/>
                </a:solidFill>
                <a:latin typeface="Calibri"/>
                <a:ea typeface="Calibri"/>
              </a:rPr>
              <a:t>“</a:t>
            </a:r>
            <a:r>
              <a:rPr b="0" lang="en-US" sz="900" spc="-1" strike="noStrike">
                <a:solidFill>
                  <a:srgbClr val="000000"/>
                </a:solidFill>
                <a:latin typeface="Calibri"/>
                <a:ea typeface="Calibri"/>
              </a:rPr>
              <a:t>nombre”: ”Mirna”;</a:t>
            </a:r>
            <a:endParaRPr b="0" lang="en-US" sz="900" spc="-1" strike="noStrike">
              <a:solidFill>
                <a:srgbClr val="000000"/>
              </a:solidFill>
              <a:latin typeface="Arial"/>
            </a:endParaRPr>
          </a:p>
          <a:p>
            <a:pPr>
              <a:lnSpc>
                <a:spcPct val="100000"/>
              </a:lnSpc>
              <a:tabLst>
                <a:tab algn="l" pos="0"/>
              </a:tabLst>
            </a:pPr>
            <a:r>
              <a:rPr b="0" lang="en-US" sz="900" spc="-1" strike="noStrike">
                <a:solidFill>
                  <a:srgbClr val="000000"/>
                </a:solidFill>
                <a:latin typeface="Calibri"/>
                <a:ea typeface="Calibri"/>
              </a:rPr>
              <a:t>“</a:t>
            </a:r>
            <a:r>
              <a:rPr b="0" lang="en-US" sz="900" spc="-1" strike="noStrike">
                <a:solidFill>
                  <a:srgbClr val="000000"/>
                </a:solidFill>
                <a:latin typeface="Calibri"/>
                <a:ea typeface="Calibri"/>
              </a:rPr>
              <a:t>apellido”: ”Cubero”;</a:t>
            </a:r>
            <a:endParaRPr b="0" lang="en-US" sz="900" spc="-1" strike="noStrike">
              <a:solidFill>
                <a:srgbClr val="000000"/>
              </a:solidFill>
              <a:latin typeface="Arial"/>
            </a:endParaRPr>
          </a:p>
          <a:p>
            <a:pPr>
              <a:lnSpc>
                <a:spcPct val="100000"/>
              </a:lnSpc>
              <a:tabLst>
                <a:tab algn="l" pos="0"/>
              </a:tabLst>
            </a:pPr>
            <a:r>
              <a:rPr b="0" lang="en-US" sz="900" spc="-1" strike="noStrike">
                <a:solidFill>
                  <a:srgbClr val="000000"/>
                </a:solidFill>
                <a:latin typeface="Calibri"/>
                <a:ea typeface="Calibri"/>
              </a:rPr>
              <a:t>},</a:t>
            </a:r>
            <a:endParaRPr b="0" lang="en-US" sz="900" spc="-1" strike="noStrike">
              <a:solidFill>
                <a:srgbClr val="000000"/>
              </a:solidFill>
              <a:latin typeface="Arial"/>
            </a:endParaRPr>
          </a:p>
          <a:p>
            <a:pPr>
              <a:lnSpc>
                <a:spcPct val="100000"/>
              </a:lnSpc>
              <a:tabLst>
                <a:tab algn="l" pos="0"/>
              </a:tabLst>
            </a:pPr>
            <a:endParaRPr b="0" lang="en-US" sz="900" spc="-1" strike="noStrike">
              <a:solidFill>
                <a:srgbClr val="000000"/>
              </a:solidFill>
              <a:latin typeface="Arial"/>
            </a:endParaRPr>
          </a:p>
        </p:txBody>
      </p:sp>
    </p:spTree>
  </p:cSld>
  <p:transition>
    <p:fade thruBlk="true"/>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Google Shape;136;p22"/>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104" name="PlaceHolder 1"/>
          <p:cNvSpPr>
            <a:spLocks noGrp="1"/>
          </p:cNvSpPr>
          <p:nvPr>
            <p:ph type="sldNum" idx="30"/>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19B442A5-8E24-401B-BD64-CC694E019178}"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105" name="Google Shape;138;p22"/>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106" name="Google Shape;139;p22" descr="di_tella2.png"/>
          <p:cNvPicPr/>
          <p:nvPr/>
        </p:nvPicPr>
        <p:blipFill>
          <a:blip r:embed="rId1"/>
          <a:stretch/>
        </p:blipFill>
        <p:spPr>
          <a:xfrm>
            <a:off x="4061520" y="1800"/>
            <a:ext cx="548280" cy="340200"/>
          </a:xfrm>
          <a:prstGeom prst="rect">
            <a:avLst/>
          </a:prstGeom>
          <a:ln w="0">
            <a:noFill/>
          </a:ln>
        </p:spPr>
      </p:pic>
      <p:sp>
        <p:nvSpPr>
          <p:cNvPr id="107" name="Google Shape;140;p22"/>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108" name="Google Shape;141;p22"/>
          <p:cNvSpPr/>
          <p:nvPr/>
        </p:nvSpPr>
        <p:spPr>
          <a:xfrm>
            <a:off x="91440" y="449640"/>
            <a:ext cx="3919320" cy="276480"/>
          </a:xfrm>
          <a:prstGeom prst="rect">
            <a:avLst/>
          </a:prstGeom>
          <a:noFill/>
          <a:ln w="0">
            <a:noFill/>
          </a:ln>
        </p:spPr>
        <p:style>
          <a:lnRef idx="0"/>
          <a:fillRef idx="0"/>
          <a:effectRef idx="0"/>
          <a:fontRef idx="minor"/>
        </p:style>
        <p:txBody>
          <a:bodyPr lIns="90000" rIns="90000" tIns="45000" bIns="45000" anchor="ctr">
            <a:noAutofit/>
          </a:bodyPr>
          <a:p>
            <a:pPr>
              <a:lnSpc>
                <a:spcPct val="90000"/>
              </a:lnSpc>
              <a:tabLst>
                <a:tab algn="l" pos="0"/>
              </a:tabLst>
            </a:pPr>
            <a:r>
              <a:rPr b="1" lang="en-US" sz="1500" spc="-1" strike="noStrike">
                <a:solidFill>
                  <a:schemeClr val="dk1"/>
                </a:solidFill>
                <a:latin typeface="Calibri"/>
                <a:ea typeface="Calibri"/>
              </a:rPr>
              <a:t>Otros tipos de BBDD no relacionales</a:t>
            </a:r>
            <a:endParaRPr b="0" lang="en-US" sz="1500" spc="-1" strike="noStrike">
              <a:solidFill>
                <a:srgbClr val="000000"/>
              </a:solidFill>
              <a:latin typeface="Arial"/>
            </a:endParaRPr>
          </a:p>
        </p:txBody>
      </p:sp>
      <p:sp>
        <p:nvSpPr>
          <p:cNvPr id="109" name="Google Shape;142;p22"/>
          <p:cNvSpPr/>
          <p:nvPr/>
        </p:nvSpPr>
        <p:spPr>
          <a:xfrm>
            <a:off x="91440" y="970920"/>
            <a:ext cx="4306680" cy="2089080"/>
          </a:xfrm>
          <a:prstGeom prst="rect">
            <a:avLst/>
          </a:prstGeom>
          <a:noFill/>
          <a:ln w="0">
            <a:noFill/>
          </a:ln>
        </p:spPr>
        <p:style>
          <a:lnRef idx="0"/>
          <a:fillRef idx="0"/>
          <a:effectRef idx="0"/>
          <a:fontRef idx="minor"/>
        </p:style>
        <p:txBody>
          <a:bodyPr lIns="90000" rIns="90000" tIns="45000" bIns="45000" anchor="t">
            <a:noAutofit/>
          </a:bodyPr>
          <a:p>
            <a:pPr marL="432000" indent="-339120">
              <a:lnSpc>
                <a:spcPct val="90000"/>
              </a:lnSpc>
              <a:buClr>
                <a:srgbClr val="000000"/>
              </a:buClr>
              <a:buFont typeface="Noto Sans Symbols"/>
              <a:buChar char="●"/>
            </a:pPr>
            <a:r>
              <a:rPr b="0" lang="en-US" sz="1500" spc="-1" strike="noStrike">
                <a:solidFill>
                  <a:srgbClr val="000000"/>
                </a:solidFill>
                <a:latin typeface="Calibri"/>
                <a:ea typeface="Calibri"/>
              </a:rPr>
              <a:t>Concepto de “Big Table”: Cassandra</a:t>
            </a:r>
            <a:endParaRPr b="0" lang="en-US" sz="1500" spc="-1" strike="noStrike">
              <a:solidFill>
                <a:srgbClr val="000000"/>
              </a:solidFill>
              <a:latin typeface="Arial"/>
            </a:endParaRPr>
          </a:p>
          <a:p>
            <a:pPr marL="432000" indent="-339120">
              <a:lnSpc>
                <a:spcPct val="90000"/>
              </a:lnSpc>
              <a:spcBef>
                <a:spcPts val="1417"/>
              </a:spcBef>
              <a:buClr>
                <a:srgbClr val="000000"/>
              </a:buClr>
              <a:buFont typeface="Noto Sans Symbols"/>
              <a:buChar char="●"/>
            </a:pPr>
            <a:r>
              <a:rPr b="0" lang="en-US" sz="1500" spc="-1" strike="noStrike">
                <a:solidFill>
                  <a:srgbClr val="000000"/>
                </a:solidFill>
                <a:latin typeface="Calibri"/>
                <a:ea typeface="Calibri"/>
              </a:rPr>
              <a:t>Concepto de “base de datos de grafos”: node4J</a:t>
            </a:r>
            <a:endParaRPr b="0" lang="en-US" sz="1500" spc="-1" strike="noStrike">
              <a:solidFill>
                <a:srgbClr val="000000"/>
              </a:solidFill>
              <a:latin typeface="Arial"/>
            </a:endParaRPr>
          </a:p>
          <a:p>
            <a:pPr marL="432000" indent="-339120">
              <a:lnSpc>
                <a:spcPct val="90000"/>
              </a:lnSpc>
              <a:spcBef>
                <a:spcPts val="1417"/>
              </a:spcBef>
              <a:buClr>
                <a:srgbClr val="000000"/>
              </a:buClr>
              <a:buFont typeface="Noto Sans Symbols"/>
              <a:buChar char="●"/>
            </a:pPr>
            <a:r>
              <a:rPr b="0" lang="en-US" sz="1500" spc="-1" strike="noStrike">
                <a:solidFill>
                  <a:srgbClr val="000000"/>
                </a:solidFill>
                <a:latin typeface="Calibri"/>
                <a:ea typeface="Calibri"/>
              </a:rPr>
              <a:t>Redis, bases de datos en memoria</a:t>
            </a:r>
            <a:endParaRPr b="0" lang="en-US" sz="1500" spc="-1" strike="noStrike">
              <a:solidFill>
                <a:srgbClr val="000000"/>
              </a:solidFill>
              <a:latin typeface="Arial"/>
            </a:endParaRPr>
          </a:p>
          <a:p>
            <a:pPr marL="432000" indent="-339120">
              <a:lnSpc>
                <a:spcPct val="90000"/>
              </a:lnSpc>
              <a:spcBef>
                <a:spcPts val="1417"/>
              </a:spcBef>
              <a:buClr>
                <a:srgbClr val="000000"/>
              </a:buClr>
              <a:buFont typeface="Noto Sans Symbols"/>
              <a:buChar char="●"/>
            </a:pPr>
            <a:r>
              <a:rPr b="0" lang="en-US" sz="1500" spc="-1" strike="noStrike">
                <a:solidFill>
                  <a:srgbClr val="000000"/>
                </a:solidFill>
                <a:latin typeface="Calibri"/>
                <a:ea typeface="Calibri"/>
              </a:rPr>
              <a:t>Son todas soluciones puntuales a problemas de la industria en los cuales SQL responde mal</a:t>
            </a:r>
            <a:endParaRPr b="0" lang="en-US" sz="1500" spc="-1" strike="noStrike">
              <a:solidFill>
                <a:srgbClr val="000000"/>
              </a:solidFill>
              <a:latin typeface="Arial"/>
            </a:endParaRPr>
          </a:p>
        </p:txBody>
      </p:sp>
    </p:spTree>
  </p:cSld>
  <p:transition>
    <p:fade thruBlk="true"/>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Google Shape;147;p23"/>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111" name="PlaceHolder 1"/>
          <p:cNvSpPr>
            <a:spLocks noGrp="1"/>
          </p:cNvSpPr>
          <p:nvPr>
            <p:ph type="sldNum" idx="31"/>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2607D338-76C6-4574-BD37-D02AE189F0CF}"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112" name="Google Shape;149;p23"/>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113" name="Google Shape;150;p23" descr="di_tella2.png"/>
          <p:cNvPicPr/>
          <p:nvPr/>
        </p:nvPicPr>
        <p:blipFill>
          <a:blip r:embed="rId1"/>
          <a:stretch/>
        </p:blipFill>
        <p:spPr>
          <a:xfrm>
            <a:off x="4061520" y="1800"/>
            <a:ext cx="548280" cy="340200"/>
          </a:xfrm>
          <a:prstGeom prst="rect">
            <a:avLst/>
          </a:prstGeom>
          <a:ln w="0">
            <a:noFill/>
          </a:ln>
        </p:spPr>
      </p:pic>
      <p:sp>
        <p:nvSpPr>
          <p:cNvPr id="114" name="Google Shape;151;p23"/>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115" name="Google Shape;152;p23"/>
          <p:cNvSpPr/>
          <p:nvPr/>
        </p:nvSpPr>
        <p:spPr>
          <a:xfrm>
            <a:off x="91440" y="388440"/>
            <a:ext cx="3494520" cy="344160"/>
          </a:xfrm>
          <a:prstGeom prst="rect">
            <a:avLst/>
          </a:prstGeom>
          <a:noFill/>
          <a:ln w="0">
            <a:noFill/>
          </a:ln>
        </p:spPr>
        <p:style>
          <a:lnRef idx="0"/>
          <a:fillRef idx="0"/>
          <a:effectRef idx="0"/>
          <a:fontRef idx="minor"/>
        </p:style>
        <p:txBody>
          <a:bodyPr lIns="90000" rIns="90000" tIns="45000" bIns="45000" anchor="ctr">
            <a:noAutofit/>
          </a:bodyPr>
          <a:p>
            <a:pPr>
              <a:lnSpc>
                <a:spcPct val="90000"/>
              </a:lnSpc>
              <a:tabLst>
                <a:tab algn="l" pos="0"/>
              </a:tabLst>
            </a:pPr>
            <a:r>
              <a:rPr b="1" lang="en-US" sz="1500" spc="-1" strike="noStrike">
                <a:solidFill>
                  <a:srgbClr val="000000"/>
                </a:solidFill>
                <a:latin typeface="Calibri"/>
                <a:ea typeface="Calibri"/>
              </a:rPr>
              <a:t>Al final volvemos a excel</a:t>
            </a:r>
            <a:endParaRPr b="0" lang="en-US" sz="1500" spc="-1" strike="noStrike">
              <a:solidFill>
                <a:srgbClr val="000000"/>
              </a:solidFill>
              <a:latin typeface="Arial"/>
            </a:endParaRPr>
          </a:p>
        </p:txBody>
      </p:sp>
      <p:sp>
        <p:nvSpPr>
          <p:cNvPr id="116" name="Google Shape;153;p23"/>
          <p:cNvSpPr/>
          <p:nvPr/>
        </p:nvSpPr>
        <p:spPr>
          <a:xfrm>
            <a:off x="58320" y="732960"/>
            <a:ext cx="4493520" cy="1868040"/>
          </a:xfrm>
          <a:prstGeom prst="rect">
            <a:avLst/>
          </a:prstGeom>
          <a:noFill/>
          <a:ln w="0">
            <a:noFill/>
          </a:ln>
        </p:spPr>
        <p:style>
          <a:lnRef idx="0"/>
          <a:fillRef idx="0"/>
          <a:effectRef idx="0"/>
          <a:fontRef idx="minor"/>
        </p:style>
        <p:txBody>
          <a:bodyPr lIns="90000" rIns="90000" tIns="45000" bIns="45000" anchor="t">
            <a:noAutofit/>
          </a:bodyPr>
          <a:p>
            <a:pPr marL="228600" indent="-146160">
              <a:lnSpc>
                <a:spcPct val="90000"/>
              </a:lnSpc>
              <a:buClr>
                <a:srgbClr val="000000"/>
              </a:buClr>
              <a:buFont typeface="Arial"/>
              <a:buChar char="•"/>
            </a:pPr>
            <a:r>
              <a:rPr b="0" lang="en-US" sz="1500" spc="-1" strike="noStrike">
                <a:solidFill>
                  <a:srgbClr val="000000"/>
                </a:solidFill>
                <a:latin typeface="Calibri"/>
                <a:ea typeface="Calibri"/>
              </a:rPr>
              <a:t>A pesar de tener varias opciones para almacenar nuestros datos, muchas empresas (especialmente pymes) poseen su información en planillas de cálculo.</a:t>
            </a:r>
            <a:endParaRPr b="0" lang="en-US" sz="1500" spc="-1" strike="noStrike">
              <a:solidFill>
                <a:srgbClr val="000000"/>
              </a:solidFill>
              <a:latin typeface="Arial"/>
            </a:endParaRPr>
          </a:p>
          <a:p>
            <a:pPr marL="228600" indent="-146160">
              <a:lnSpc>
                <a:spcPct val="90000"/>
              </a:lnSpc>
              <a:spcBef>
                <a:spcPts val="1001"/>
              </a:spcBef>
              <a:buClr>
                <a:srgbClr val="000000"/>
              </a:buClr>
              <a:buFont typeface="Arial"/>
              <a:buChar char="•"/>
            </a:pPr>
            <a:r>
              <a:rPr b="0" lang="en-US" sz="1500" spc="-1" strike="noStrike">
                <a:solidFill>
                  <a:srgbClr val="000000"/>
                </a:solidFill>
                <a:latin typeface="Calibri"/>
                <a:ea typeface="Calibri"/>
              </a:rPr>
              <a:t>Una serie de datos desparramados en innumerables gsheets, excels y csvs es lo más cercano que tienen a una BBDD</a:t>
            </a:r>
            <a:endParaRPr b="0" lang="en-US" sz="1500" spc="-1" strike="noStrike">
              <a:solidFill>
                <a:srgbClr val="000000"/>
              </a:solidFill>
              <a:latin typeface="Arial"/>
            </a:endParaRPr>
          </a:p>
          <a:p>
            <a:pPr marL="228600" indent="-146160">
              <a:lnSpc>
                <a:spcPct val="90000"/>
              </a:lnSpc>
              <a:spcBef>
                <a:spcPts val="1001"/>
              </a:spcBef>
              <a:buClr>
                <a:srgbClr val="000000"/>
              </a:buClr>
              <a:buFont typeface="Calibri"/>
              <a:buChar char="•"/>
            </a:pPr>
            <a:r>
              <a:rPr b="0" lang="en-US" sz="1500" spc="-1" strike="noStrike">
                <a:solidFill>
                  <a:srgbClr val="000000"/>
                </a:solidFill>
                <a:latin typeface="Calibri"/>
                <a:ea typeface="Calibri"/>
              </a:rPr>
              <a:t>Por este motivo resulta pertinente aprender </a:t>
            </a:r>
            <a:r>
              <a:rPr b="1" lang="en-US" sz="1500" spc="-1" strike="noStrike">
                <a:solidFill>
                  <a:srgbClr val="000000"/>
                </a:solidFill>
                <a:latin typeface="Calibri"/>
                <a:ea typeface="Calibri"/>
              </a:rPr>
              <a:t>PANDAS</a:t>
            </a:r>
            <a:r>
              <a:rPr b="0" lang="en-US" sz="1500" spc="-1" strike="noStrike">
                <a:solidFill>
                  <a:srgbClr val="000000"/>
                </a:solidFill>
                <a:latin typeface="Calibri"/>
                <a:ea typeface="Calibri"/>
              </a:rPr>
              <a:t>. Aunque antes debeemos aprender operaciones de conjunto entre tablas.</a:t>
            </a:r>
            <a:endParaRPr b="0" lang="en-US" sz="1500" spc="-1" strike="noStrike">
              <a:solidFill>
                <a:srgbClr val="000000"/>
              </a:solidFill>
              <a:latin typeface="Arial"/>
            </a:endParaRPr>
          </a:p>
        </p:txBody>
      </p:sp>
    </p:spTree>
  </p:cSld>
  <p:transition>
    <p:fade thruBlk="true"/>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Google Shape;158;p24"/>
          <p:cNvSpPr/>
          <p:nvPr/>
        </p:nvSpPr>
        <p:spPr>
          <a:xfrm>
            <a:off x="1129680" y="1618560"/>
            <a:ext cx="3231360" cy="194040"/>
          </a:xfrm>
          <a:prstGeom prst="rect">
            <a:avLst/>
          </a:prstGeom>
          <a:noFill/>
          <a:ln w="0">
            <a:noFill/>
          </a:ln>
        </p:spPr>
        <p:style>
          <a:lnRef idx="0"/>
          <a:fillRef idx="0"/>
          <a:effectRef idx="0"/>
          <a:fontRef idx="minor"/>
        </p:style>
        <p:txBody>
          <a:bodyPr lIns="0" rIns="0" tIns="11520" bIns="0" anchor="t">
            <a:spAutoFit/>
          </a:bodyPr>
          <a:p>
            <a:pPr marL="12600">
              <a:lnSpc>
                <a:spcPct val="100000"/>
              </a:lnSpc>
              <a:tabLst>
                <a:tab algn="l" pos="0"/>
              </a:tabLst>
            </a:pPr>
            <a:r>
              <a:rPr b="0" lang="en-US" sz="1200" spc="-1" strike="noStrike">
                <a:solidFill>
                  <a:srgbClr val="f4f2ed"/>
                </a:solidFill>
                <a:latin typeface="Calibri"/>
                <a:ea typeface="Calibri"/>
              </a:rPr>
              <a:t>JOINS</a:t>
            </a:r>
            <a:endParaRPr b="0" lang="en-US" sz="1200" spc="-1" strike="noStrike">
              <a:solidFill>
                <a:srgbClr val="000000"/>
              </a:solidFill>
              <a:latin typeface="Arial"/>
            </a:endParaRPr>
          </a:p>
        </p:txBody>
      </p:sp>
      <p:grpSp>
        <p:nvGrpSpPr>
          <p:cNvPr id="118" name="Google Shape;159;p24"/>
          <p:cNvGrpSpPr/>
          <p:nvPr/>
        </p:nvGrpSpPr>
        <p:grpSpPr>
          <a:xfrm>
            <a:off x="1139760" y="1816560"/>
            <a:ext cx="2340360" cy="25200"/>
            <a:chOff x="1139760" y="1816560"/>
            <a:chExt cx="2340360" cy="25200"/>
          </a:xfrm>
        </p:grpSpPr>
        <p:sp>
          <p:nvSpPr>
            <p:cNvPr id="119" name="Google Shape;160;p24"/>
            <p:cNvSpPr/>
            <p:nvPr/>
          </p:nvSpPr>
          <p:spPr>
            <a:xfrm>
              <a:off x="1139760" y="1816560"/>
              <a:ext cx="2340360" cy="25200"/>
            </a:xfrm>
            <a:custGeom>
              <a:avLst/>
              <a:gdLst>
                <a:gd name="textAreaLeft" fmla="*/ 0 w 2340360"/>
                <a:gd name="textAreaRight" fmla="*/ 2340720 w 2340360"/>
                <a:gd name="textAreaTop" fmla="*/ 0 h 25200"/>
                <a:gd name="textAreaBottom" fmla="*/ 25560 h 25200"/>
              </a:gdLst>
              <a:ahLst/>
              <a:rect l="textAreaLeft" t="textAreaTop" r="textAreaRight" b="textAreaBottom"/>
              <a:pathLst>
                <a:path w="2340610" h="25400">
                  <a:moveTo>
                    <a:pt x="0" y="25305"/>
                  </a:moveTo>
                  <a:lnTo>
                    <a:pt x="0" y="0"/>
                  </a:lnTo>
                  <a:lnTo>
                    <a:pt x="2340180" y="0"/>
                  </a:lnTo>
                  <a:lnTo>
                    <a:pt x="2340180" y="25305"/>
                  </a:lnTo>
                  <a:lnTo>
                    <a:pt x="0" y="25305"/>
                  </a:lnTo>
                  <a:close/>
                </a:path>
              </a:pathLst>
            </a:custGeom>
            <a:solidFill>
              <a:srgbClr val="f4f2ed"/>
            </a:solidFill>
            <a:ln w="0">
              <a:noFill/>
            </a:ln>
            <a:effectLst>
              <a:outerShdw algn="bl" blurRad="57240" dir="5400000" dist="19080" rotWithShape="0">
                <a:srgbClr val="000000">
                  <a:alpha val="50000"/>
                </a:srgbClr>
              </a:outerShdw>
            </a:effectLst>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0" name="Google Shape;161;p24"/>
            <p:cNvSpPr/>
            <p:nvPr/>
          </p:nvSpPr>
          <p:spPr>
            <a:xfrm>
              <a:off x="1139760" y="1816560"/>
              <a:ext cx="2340360" cy="25200"/>
            </a:xfrm>
            <a:custGeom>
              <a:avLst/>
              <a:gdLst>
                <a:gd name="textAreaLeft" fmla="*/ 0 w 2340360"/>
                <a:gd name="textAreaRight" fmla="*/ 2340720 w 2340360"/>
                <a:gd name="textAreaTop" fmla="*/ 0 h 25200"/>
                <a:gd name="textAreaBottom" fmla="*/ 25560 h 25200"/>
              </a:gdLst>
              <a:ahLst/>
              <a:rect l="textAreaLeft" t="textAreaTop" r="textAreaRight" b="textAreaBottom"/>
              <a:pathLst>
                <a:path w="2340610" h="25400">
                  <a:moveTo>
                    <a:pt x="0" y="25305"/>
                  </a:moveTo>
                  <a:lnTo>
                    <a:pt x="0" y="0"/>
                  </a:lnTo>
                  <a:lnTo>
                    <a:pt x="2340180" y="0"/>
                  </a:lnTo>
                  <a:lnTo>
                    <a:pt x="2340180" y="25305"/>
                  </a:lnTo>
                  <a:lnTo>
                    <a:pt x="0" y="25305"/>
                  </a:lnTo>
                  <a:close/>
                </a:path>
              </a:pathLst>
            </a:custGeom>
            <a:noFill/>
            <a:ln w="9525">
              <a:solidFill>
                <a:srgbClr val="f4f2ed"/>
              </a:solidFill>
              <a:round/>
            </a:ln>
            <a:effectLst>
              <a:outerShdw algn="bl" blurRad="57240" dir="5400000" dist="19080" rotWithShape="0">
                <a:srgbClr val="000000">
                  <a:alpha val="50000"/>
                </a:srgbClr>
              </a:outerShdw>
            </a:effectLst>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1" name="Google Shape;162;p24"/>
            <p:cNvSpPr/>
            <p:nvPr/>
          </p:nvSpPr>
          <p:spPr>
            <a:xfrm>
              <a:off x="1139760" y="1816560"/>
              <a:ext cx="304920" cy="25200"/>
            </a:xfrm>
            <a:custGeom>
              <a:avLst/>
              <a:gdLst>
                <a:gd name="textAreaLeft" fmla="*/ 0 w 304920"/>
                <a:gd name="textAreaRight" fmla="*/ 305280 w 304920"/>
                <a:gd name="textAreaTop" fmla="*/ 0 h 25200"/>
                <a:gd name="textAreaBottom" fmla="*/ 25560 h 25200"/>
              </a:gdLst>
              <a:ahLst/>
              <a:rect l="textAreaLeft" t="textAreaTop" r="textAreaRight" b="textAreaBottom"/>
              <a:pathLst>
                <a:path w="305434" h="25400">
                  <a:moveTo>
                    <a:pt x="0" y="25305"/>
                  </a:moveTo>
                  <a:lnTo>
                    <a:pt x="0" y="0"/>
                  </a:lnTo>
                  <a:lnTo>
                    <a:pt x="305235" y="0"/>
                  </a:lnTo>
                  <a:lnTo>
                    <a:pt x="305235" y="25305"/>
                  </a:lnTo>
                  <a:lnTo>
                    <a:pt x="0" y="25305"/>
                  </a:lnTo>
                  <a:close/>
                </a:path>
              </a:pathLst>
            </a:custGeom>
            <a:solidFill>
              <a:srgbClr val="006dbf"/>
            </a:solidFill>
            <a:ln w="0">
              <a:noFill/>
            </a:ln>
            <a:effectLst>
              <a:outerShdw algn="bl" blurRad="57240" dir="5400000" dist="19080" rotWithShape="0">
                <a:srgbClr val="000000">
                  <a:alpha val="50000"/>
                </a:srgbClr>
              </a:outerShdw>
            </a:effectLst>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ffffff"/>
                </a:solidFill>
                <a:latin typeface="Arial"/>
              </a:endParaRPr>
            </a:p>
          </p:txBody>
        </p:sp>
        <p:sp>
          <p:nvSpPr>
            <p:cNvPr id="122" name="Google Shape;163;p24"/>
            <p:cNvSpPr/>
            <p:nvPr/>
          </p:nvSpPr>
          <p:spPr>
            <a:xfrm>
              <a:off x="1139760" y="1816560"/>
              <a:ext cx="304920" cy="25200"/>
            </a:xfrm>
            <a:custGeom>
              <a:avLst/>
              <a:gdLst>
                <a:gd name="textAreaLeft" fmla="*/ 0 w 304920"/>
                <a:gd name="textAreaRight" fmla="*/ 305280 w 304920"/>
                <a:gd name="textAreaTop" fmla="*/ 0 h 25200"/>
                <a:gd name="textAreaBottom" fmla="*/ 25560 h 25200"/>
              </a:gdLst>
              <a:ahLst/>
              <a:rect l="textAreaLeft" t="textAreaTop" r="textAreaRight" b="textAreaBottom"/>
              <a:pathLst>
                <a:path w="305434" h="25400">
                  <a:moveTo>
                    <a:pt x="0" y="25305"/>
                  </a:moveTo>
                  <a:lnTo>
                    <a:pt x="0" y="0"/>
                  </a:lnTo>
                  <a:lnTo>
                    <a:pt x="305235" y="0"/>
                  </a:lnTo>
                  <a:lnTo>
                    <a:pt x="305235" y="25305"/>
                  </a:lnTo>
                  <a:lnTo>
                    <a:pt x="0" y="25305"/>
                  </a:lnTo>
                  <a:close/>
                </a:path>
              </a:pathLst>
            </a:custGeom>
            <a:solidFill>
              <a:srgbClr val="ffdc64"/>
            </a:solidFill>
            <a:ln w="9525">
              <a:solidFill>
                <a:srgbClr val="ffdc64"/>
              </a:solidFill>
              <a:round/>
            </a:ln>
            <a:effectLst>
              <a:outerShdw algn="bl" blurRad="57240" dir="5400000" dist="19080" rotWithShape="0">
                <a:srgbClr val="000000">
                  <a:alpha val="50000"/>
                </a:srgbClr>
              </a:outerShdw>
            </a:effectLst>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000000"/>
                </a:solidFill>
                <a:latin typeface="Arial"/>
              </a:endParaRPr>
            </a:p>
          </p:txBody>
        </p:sp>
      </p:grpSp>
    </p:spTree>
  </p:cSld>
  <p:transition>
    <p:fade thruBlk="true"/>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Google Shape;168;p25"/>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124" name="PlaceHolder 1"/>
          <p:cNvSpPr>
            <a:spLocks noGrp="1"/>
          </p:cNvSpPr>
          <p:nvPr>
            <p:ph type="sldNum" idx="32"/>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25378649-F9C1-41C3-8054-6F4AF89FDA9B}"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125" name="Google Shape;170;p25"/>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126" name="Google Shape;171;p25" descr="di_tella2.png"/>
          <p:cNvPicPr/>
          <p:nvPr/>
        </p:nvPicPr>
        <p:blipFill>
          <a:blip r:embed="rId1"/>
          <a:stretch/>
        </p:blipFill>
        <p:spPr>
          <a:xfrm>
            <a:off x="4061520" y="1800"/>
            <a:ext cx="548280" cy="340200"/>
          </a:xfrm>
          <a:prstGeom prst="rect">
            <a:avLst/>
          </a:prstGeom>
          <a:ln w="0">
            <a:noFill/>
          </a:ln>
        </p:spPr>
      </p:pic>
      <p:sp>
        <p:nvSpPr>
          <p:cNvPr id="127" name="Google Shape;172;p25"/>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128" name="Google Shape;173;p25"/>
          <p:cNvSpPr/>
          <p:nvPr/>
        </p:nvSpPr>
        <p:spPr>
          <a:xfrm>
            <a:off x="-38880" y="561600"/>
            <a:ext cx="2388960" cy="2764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chemeClr val="dk1"/>
                </a:solidFill>
                <a:latin typeface="Arial"/>
                <a:ea typeface="Arial"/>
              </a:rPr>
              <a:t>Conceptos: PK, FK</a:t>
            </a:r>
            <a:endParaRPr b="0" lang="en-US" sz="1500" spc="-1" strike="noStrike">
              <a:solidFill>
                <a:srgbClr val="000000"/>
              </a:solidFill>
              <a:latin typeface="Arial"/>
            </a:endParaRPr>
          </a:p>
          <a:p>
            <a:pPr>
              <a:lnSpc>
                <a:spcPct val="90000"/>
              </a:lnSpc>
              <a:tabLst>
                <a:tab algn="l" pos="0"/>
              </a:tabLst>
            </a:pPr>
            <a:endParaRPr b="0" lang="en-US" sz="1500" spc="-1" strike="noStrike">
              <a:solidFill>
                <a:srgbClr val="000000"/>
              </a:solidFill>
              <a:latin typeface="Arial"/>
            </a:endParaRPr>
          </a:p>
        </p:txBody>
      </p:sp>
      <p:sp>
        <p:nvSpPr>
          <p:cNvPr id="129" name="Google Shape;174;p25"/>
          <p:cNvSpPr/>
          <p:nvPr/>
        </p:nvSpPr>
        <p:spPr>
          <a:xfrm>
            <a:off x="58320" y="1011960"/>
            <a:ext cx="4493520" cy="1868040"/>
          </a:xfrm>
          <a:prstGeom prst="rect">
            <a:avLst/>
          </a:prstGeom>
          <a:noFill/>
          <a:ln w="0">
            <a:noFill/>
          </a:ln>
        </p:spPr>
        <p:style>
          <a:lnRef idx="0"/>
          <a:fillRef idx="0"/>
          <a:effectRef idx="0"/>
          <a:fontRef idx="minor"/>
        </p:style>
        <p:txBody>
          <a:bodyPr lIns="90000" rIns="90000" tIns="45000" bIns="45000" anchor="t">
            <a:noAutofit/>
          </a:bodyPr>
          <a:p>
            <a:pPr indent="-95400">
              <a:lnSpc>
                <a:spcPct val="100000"/>
              </a:lnSpc>
              <a:buClr>
                <a:srgbClr val="000000"/>
              </a:buClr>
              <a:buFont typeface="Noto Sans Symbols"/>
              <a:buChar char="•"/>
            </a:pPr>
            <a:r>
              <a:rPr b="0" lang="en-US" sz="1500" spc="-1" strike="noStrike">
                <a:solidFill>
                  <a:schemeClr val="dk1"/>
                </a:solidFill>
                <a:latin typeface="Arial"/>
                <a:ea typeface="Arial"/>
              </a:rPr>
              <a:t>En el entorno de una BBDD relacional, una Primary Key (PK) es el mínimo conjunto de atributos que pueden identificar un registro.</a:t>
            </a:r>
            <a:endParaRPr b="0" lang="en-US" sz="1500" spc="-1" strike="noStrike">
              <a:solidFill>
                <a:srgbClr val="000000"/>
              </a:solidFill>
              <a:latin typeface="Arial"/>
            </a:endParaRPr>
          </a:p>
          <a:p>
            <a:pPr indent="-95400">
              <a:lnSpc>
                <a:spcPct val="100000"/>
              </a:lnSpc>
              <a:spcBef>
                <a:spcPts val="1060"/>
              </a:spcBef>
              <a:buClr>
                <a:srgbClr val="000000"/>
              </a:buClr>
              <a:buFont typeface="Noto Sans Symbols"/>
              <a:buChar char="•"/>
            </a:pPr>
            <a:r>
              <a:rPr b="0" lang="en-US" sz="1500" spc="-1" strike="noStrike">
                <a:solidFill>
                  <a:schemeClr val="dk1"/>
                </a:solidFill>
                <a:latin typeface="Arial"/>
                <a:ea typeface="Arial"/>
              </a:rPr>
              <a:t>Una FK es un atributo (o conjunto de ellos) que hace referencia a la PK de otra tabla y permite linkear (relacionar) una tabla con la otra</a:t>
            </a:r>
            <a:endParaRPr b="0" lang="en-US" sz="1500" spc="-1" strike="noStrike">
              <a:solidFill>
                <a:srgbClr val="000000"/>
              </a:solidFill>
              <a:latin typeface="Arial"/>
            </a:endParaRPr>
          </a:p>
        </p:txBody>
      </p:sp>
    </p:spTree>
  </p:cSld>
  <p:transition>
    <p:fade thruBlk="true"/>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Google Shape;179;p26"/>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131" name="PlaceHolder 1"/>
          <p:cNvSpPr>
            <a:spLocks noGrp="1"/>
          </p:cNvSpPr>
          <p:nvPr>
            <p:ph type="sldNum" idx="33"/>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D8B0ADEA-5CD7-4B01-AEAA-F6DDC99A990E}"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132" name="Google Shape;181;p26"/>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133" name="Google Shape;182;p26" descr="di_tella2.png"/>
          <p:cNvPicPr/>
          <p:nvPr/>
        </p:nvPicPr>
        <p:blipFill>
          <a:blip r:embed="rId1"/>
          <a:stretch/>
        </p:blipFill>
        <p:spPr>
          <a:xfrm>
            <a:off x="4061520" y="1800"/>
            <a:ext cx="548280" cy="340200"/>
          </a:xfrm>
          <a:prstGeom prst="rect">
            <a:avLst/>
          </a:prstGeom>
          <a:ln w="0">
            <a:noFill/>
          </a:ln>
        </p:spPr>
      </p:pic>
      <p:sp>
        <p:nvSpPr>
          <p:cNvPr id="134" name="Google Shape;183;p26"/>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135" name="Google Shape;184;p26"/>
          <p:cNvSpPr/>
          <p:nvPr/>
        </p:nvSpPr>
        <p:spPr>
          <a:xfrm>
            <a:off x="-38880" y="561600"/>
            <a:ext cx="2388960" cy="2764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chemeClr val="dk1"/>
                </a:solidFill>
                <a:latin typeface="Arial"/>
                <a:ea typeface="Arial"/>
              </a:rPr>
              <a:t>Conceptos: PK, FK</a:t>
            </a:r>
            <a:endParaRPr b="0" lang="en-US" sz="1500" spc="-1" strike="noStrike">
              <a:solidFill>
                <a:srgbClr val="000000"/>
              </a:solidFill>
              <a:latin typeface="Arial"/>
            </a:endParaRPr>
          </a:p>
          <a:p>
            <a:pPr>
              <a:lnSpc>
                <a:spcPct val="90000"/>
              </a:lnSpc>
              <a:tabLst>
                <a:tab algn="l" pos="0"/>
              </a:tabLst>
            </a:pPr>
            <a:endParaRPr b="0" lang="en-US" sz="1500" spc="-1" strike="noStrike">
              <a:solidFill>
                <a:srgbClr val="000000"/>
              </a:solidFill>
              <a:latin typeface="Arial"/>
            </a:endParaRPr>
          </a:p>
        </p:txBody>
      </p:sp>
      <p:pic>
        <p:nvPicPr>
          <p:cNvPr id="136" name="Google Shape;185;p26" descr=""/>
          <p:cNvPicPr/>
          <p:nvPr/>
        </p:nvPicPr>
        <p:blipFill>
          <a:blip r:embed="rId2"/>
          <a:stretch/>
        </p:blipFill>
        <p:spPr>
          <a:xfrm>
            <a:off x="142560" y="882720"/>
            <a:ext cx="4112280" cy="1182960"/>
          </a:xfrm>
          <a:prstGeom prst="rect">
            <a:avLst/>
          </a:prstGeom>
          <a:ln w="0">
            <a:noFill/>
          </a:ln>
        </p:spPr>
      </p:pic>
      <p:sp>
        <p:nvSpPr>
          <p:cNvPr id="137" name="Google Shape;186;p26"/>
          <p:cNvSpPr/>
          <p:nvPr/>
        </p:nvSpPr>
        <p:spPr>
          <a:xfrm>
            <a:off x="99000" y="2057400"/>
            <a:ext cx="4473000" cy="10306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200" spc="-1" strike="noStrike">
                <a:solidFill>
                  <a:schemeClr val="dk1"/>
                </a:solidFill>
                <a:latin typeface="Arial"/>
                <a:ea typeface="Arial"/>
              </a:rPr>
              <a:t>Vemos que la cédula de profesor alcanza para identificar un profesor (entonces decimos que es PK de la tabla “profesor”). El número de cubículo alcanza para identificar a un cubículo, por lo tanto es PK de su tabla. Profesor y Cubículo se relacionan entre sí mediante el campo Cédula, que es PK de Profesor y FK de cubículo</a:t>
            </a:r>
            <a:endParaRPr b="0" lang="en-US" sz="1200" spc="-1" strike="noStrike">
              <a:solidFill>
                <a:srgbClr val="000000"/>
              </a:solidFill>
              <a:latin typeface="Arial"/>
            </a:endParaRPr>
          </a:p>
        </p:txBody>
      </p:sp>
    </p:spTree>
  </p:cSld>
  <p:transition>
    <p:fade thruBlk="true"/>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Google Shape;191;p27"/>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139" name="PlaceHolder 1"/>
          <p:cNvSpPr>
            <a:spLocks noGrp="1"/>
          </p:cNvSpPr>
          <p:nvPr>
            <p:ph type="sldNum" idx="34"/>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B0AEDB0A-33E7-451C-A9BC-F26654C52940}"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140" name="Google Shape;193;p27"/>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141" name="Google Shape;194;p27" descr="di_tella2.png"/>
          <p:cNvPicPr/>
          <p:nvPr/>
        </p:nvPicPr>
        <p:blipFill>
          <a:blip r:embed="rId1"/>
          <a:stretch/>
        </p:blipFill>
        <p:spPr>
          <a:xfrm>
            <a:off x="4061520" y="1800"/>
            <a:ext cx="548280" cy="340200"/>
          </a:xfrm>
          <a:prstGeom prst="rect">
            <a:avLst/>
          </a:prstGeom>
          <a:ln w="0">
            <a:noFill/>
          </a:ln>
        </p:spPr>
      </p:pic>
      <p:sp>
        <p:nvSpPr>
          <p:cNvPr id="142" name="Google Shape;195;p27"/>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143" name="Google Shape;196;p27"/>
          <p:cNvSpPr/>
          <p:nvPr/>
        </p:nvSpPr>
        <p:spPr>
          <a:xfrm>
            <a:off x="-38880" y="561600"/>
            <a:ext cx="2388960" cy="2764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chemeClr val="dk1"/>
                </a:solidFill>
                <a:latin typeface="Arial"/>
                <a:ea typeface="Arial"/>
              </a:rPr>
              <a:t>Conceptos: PK, FK</a:t>
            </a:r>
            <a:endParaRPr b="0" lang="en-US" sz="1500" spc="-1" strike="noStrike">
              <a:solidFill>
                <a:srgbClr val="000000"/>
              </a:solidFill>
              <a:latin typeface="Arial"/>
            </a:endParaRPr>
          </a:p>
          <a:p>
            <a:pPr>
              <a:lnSpc>
                <a:spcPct val="90000"/>
              </a:lnSpc>
              <a:tabLst>
                <a:tab algn="l" pos="0"/>
              </a:tabLst>
            </a:pPr>
            <a:endParaRPr b="0" lang="en-US" sz="1500" spc="-1" strike="noStrike">
              <a:solidFill>
                <a:srgbClr val="000000"/>
              </a:solidFill>
              <a:latin typeface="Arial"/>
            </a:endParaRPr>
          </a:p>
        </p:txBody>
      </p:sp>
      <p:sp>
        <p:nvSpPr>
          <p:cNvPr id="144" name="Google Shape;197;p27"/>
          <p:cNvSpPr/>
          <p:nvPr/>
        </p:nvSpPr>
        <p:spPr>
          <a:xfrm>
            <a:off x="0" y="1011960"/>
            <a:ext cx="4550760" cy="1812960"/>
          </a:xfrm>
          <a:prstGeom prst="rect">
            <a:avLst/>
          </a:prstGeom>
          <a:noFill/>
          <a:ln w="0">
            <a:noFill/>
          </a:ln>
        </p:spPr>
        <p:style>
          <a:lnRef idx="0"/>
          <a:fillRef idx="0"/>
          <a:effectRef idx="0"/>
          <a:fontRef idx="minor"/>
        </p:style>
        <p:txBody>
          <a:bodyPr lIns="0" rIns="0" tIns="0" bIns="0" anchor="t">
            <a:noAutofit/>
          </a:bodyPr>
          <a:p>
            <a:pPr marL="457200" indent="-324000">
              <a:lnSpc>
                <a:spcPct val="100000"/>
              </a:lnSpc>
              <a:buClr>
                <a:srgbClr val="000000"/>
              </a:buClr>
              <a:buFont typeface="Arial"/>
              <a:buChar char="●"/>
            </a:pPr>
            <a:r>
              <a:rPr b="0" lang="en-US" sz="1500" spc="-1" strike="noStrike">
                <a:solidFill>
                  <a:schemeClr val="dk1"/>
                </a:solidFill>
                <a:latin typeface="Arial"/>
                <a:ea typeface="Arial"/>
              </a:rPr>
              <a:t>Vemos que la cédula de profesor alcanza para identificar un profesor (entonces decimos que es PK de la tabla “profesor”). </a:t>
            </a:r>
            <a:endParaRPr b="0" lang="en-US" sz="1500" spc="-1" strike="noStrike">
              <a:solidFill>
                <a:srgbClr val="000000"/>
              </a:solidFill>
              <a:latin typeface="Arial"/>
            </a:endParaRPr>
          </a:p>
          <a:p>
            <a:pPr marL="457200" indent="-324000">
              <a:lnSpc>
                <a:spcPct val="100000"/>
              </a:lnSpc>
              <a:buClr>
                <a:srgbClr val="000000"/>
              </a:buClr>
              <a:buFont typeface="Arial"/>
              <a:buChar char="●"/>
            </a:pPr>
            <a:r>
              <a:rPr b="0" lang="en-US" sz="1500" spc="-1" strike="noStrike">
                <a:solidFill>
                  <a:schemeClr val="dk1"/>
                </a:solidFill>
                <a:latin typeface="Arial"/>
                <a:ea typeface="Arial"/>
              </a:rPr>
              <a:t>El número de cubículo alcanza para identificar a un cubículo, por lo tanto es PK de su tabla. </a:t>
            </a:r>
            <a:endParaRPr b="0" lang="en-US" sz="1500" spc="-1" strike="noStrike">
              <a:solidFill>
                <a:srgbClr val="000000"/>
              </a:solidFill>
              <a:latin typeface="Arial"/>
            </a:endParaRPr>
          </a:p>
          <a:p>
            <a:pPr marL="457200" indent="-324000">
              <a:lnSpc>
                <a:spcPct val="100000"/>
              </a:lnSpc>
              <a:buClr>
                <a:srgbClr val="000000"/>
              </a:buClr>
              <a:buFont typeface="Arial"/>
              <a:buChar char="●"/>
            </a:pPr>
            <a:r>
              <a:rPr b="0" lang="en-US" sz="1500" spc="-1" strike="noStrike">
                <a:solidFill>
                  <a:schemeClr val="dk1"/>
                </a:solidFill>
                <a:latin typeface="Arial"/>
                <a:ea typeface="Arial"/>
              </a:rPr>
              <a:t>Profesor y Cubículo se relacionan entre sí mediante el campo Cédula, que es PK de Profesor y FK de cubículo</a:t>
            </a:r>
            <a:endParaRPr b="0" lang="en-US" sz="1500" spc="-1" strike="noStrike">
              <a:solidFill>
                <a:srgbClr val="000000"/>
              </a:solidFill>
              <a:latin typeface="Arial"/>
            </a:endParaRPr>
          </a:p>
        </p:txBody>
      </p:sp>
    </p:spTree>
  </p:cSld>
  <p:transition>
    <p:fade thruBlk="true"/>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Google Shape;202;p28"/>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146" name="PlaceHolder 1"/>
          <p:cNvSpPr>
            <a:spLocks noGrp="1"/>
          </p:cNvSpPr>
          <p:nvPr>
            <p:ph type="sldNum" idx="35"/>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F71D340A-D4AF-465F-A1D9-105C74509B42}"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147" name="Google Shape;204;p28"/>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148" name="Google Shape;205;p28" descr="di_tella2.png"/>
          <p:cNvPicPr/>
          <p:nvPr/>
        </p:nvPicPr>
        <p:blipFill>
          <a:blip r:embed="rId1"/>
          <a:stretch/>
        </p:blipFill>
        <p:spPr>
          <a:xfrm>
            <a:off x="4061520" y="1800"/>
            <a:ext cx="548280" cy="340200"/>
          </a:xfrm>
          <a:prstGeom prst="rect">
            <a:avLst/>
          </a:prstGeom>
          <a:ln w="0">
            <a:noFill/>
          </a:ln>
        </p:spPr>
      </p:pic>
      <p:sp>
        <p:nvSpPr>
          <p:cNvPr id="149" name="Google Shape;206;p28"/>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150" name="Google Shape;207;p28"/>
          <p:cNvSpPr/>
          <p:nvPr/>
        </p:nvSpPr>
        <p:spPr>
          <a:xfrm>
            <a:off x="0" y="432720"/>
            <a:ext cx="3287520" cy="2764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chemeClr val="dk1"/>
                </a:solidFill>
                <a:latin typeface="Arial"/>
                <a:ea typeface="Arial"/>
              </a:rPr>
              <a:t>Conceptos: Cardinalidad</a:t>
            </a:r>
            <a:endParaRPr b="0" lang="en-US" sz="1500" spc="-1" strike="noStrike">
              <a:solidFill>
                <a:srgbClr val="000000"/>
              </a:solidFill>
              <a:latin typeface="Arial"/>
            </a:endParaRPr>
          </a:p>
          <a:p>
            <a:pPr>
              <a:lnSpc>
                <a:spcPct val="90000"/>
              </a:lnSpc>
              <a:tabLst>
                <a:tab algn="l" pos="0"/>
              </a:tabLst>
            </a:pPr>
            <a:endParaRPr b="0" lang="en-US" sz="1500" spc="-1" strike="noStrike">
              <a:solidFill>
                <a:srgbClr val="000000"/>
              </a:solidFill>
              <a:latin typeface="Arial"/>
            </a:endParaRPr>
          </a:p>
        </p:txBody>
      </p:sp>
      <p:sp>
        <p:nvSpPr>
          <p:cNvPr id="151" name="Google Shape;208;p28"/>
          <p:cNvSpPr/>
          <p:nvPr/>
        </p:nvSpPr>
        <p:spPr>
          <a:xfrm>
            <a:off x="0" y="623520"/>
            <a:ext cx="4550760" cy="1812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00" spc="-1" strike="noStrike">
                <a:solidFill>
                  <a:schemeClr val="dk1"/>
                </a:solidFill>
                <a:latin typeface="Arial"/>
                <a:ea typeface="Arial"/>
              </a:rPr>
              <a:t>La cardinalidad muestra con cuantos registros de una tabla Y se relaciona un registro de la tabla X. Estas pueden ser:</a:t>
            </a:r>
            <a:endParaRPr b="0" lang="en-US" sz="1500" spc="-1" strike="noStrike">
              <a:solidFill>
                <a:srgbClr val="000000"/>
              </a:solidFill>
              <a:latin typeface="Arial"/>
            </a:endParaRPr>
          </a:p>
          <a:p>
            <a:pPr marL="457200" indent="-291960">
              <a:lnSpc>
                <a:spcPct val="100000"/>
              </a:lnSpc>
              <a:spcBef>
                <a:spcPts val="850"/>
              </a:spcBef>
              <a:buClr>
                <a:srgbClr val="000000"/>
              </a:buClr>
              <a:buFont typeface="Arial"/>
              <a:buChar char="●"/>
              <a:tabLst>
                <a:tab algn="l" pos="0"/>
              </a:tabLst>
            </a:pPr>
            <a:r>
              <a:rPr b="0" lang="en-US" sz="1000" spc="-1" strike="noStrike">
                <a:solidFill>
                  <a:schemeClr val="dk1"/>
                </a:solidFill>
                <a:latin typeface="Arial"/>
                <a:ea typeface="Arial"/>
              </a:rPr>
              <a:t>1:1: Un registro de la tabla X se relaciona con un solo registro d la tabla Y. Una tabla persona y otra historial médico. Dada una persona hay un historial médico posible y visceversa.</a:t>
            </a:r>
            <a:endParaRPr b="0" lang="en-US" sz="1000" spc="-1" strike="noStrike">
              <a:solidFill>
                <a:srgbClr val="000000"/>
              </a:solidFill>
              <a:latin typeface="Arial"/>
            </a:endParaRPr>
          </a:p>
          <a:p>
            <a:pPr marL="457200" indent="-291960">
              <a:lnSpc>
                <a:spcPct val="100000"/>
              </a:lnSpc>
              <a:buClr>
                <a:srgbClr val="000000"/>
              </a:buClr>
              <a:buFont typeface="Arial"/>
              <a:buChar char="●"/>
              <a:tabLst>
                <a:tab algn="l" pos="0"/>
              </a:tabLst>
            </a:pPr>
            <a:r>
              <a:rPr b="0" lang="en-US" sz="1000" spc="-1" strike="noStrike">
                <a:solidFill>
                  <a:schemeClr val="dk1"/>
                </a:solidFill>
                <a:latin typeface="Arial"/>
                <a:ea typeface="Arial"/>
              </a:rPr>
              <a:t>1: N : Un registro de la tabla X se relaciona con muchos de la tabla Y, pero no al revés. Tabla club de futbol y tabla hinchas: un hincha puede tener solo un club, un club puede tener varios hinchas.</a:t>
            </a:r>
            <a:endParaRPr b="0" lang="en-US" sz="1000" spc="-1" strike="noStrike">
              <a:solidFill>
                <a:srgbClr val="000000"/>
              </a:solidFill>
              <a:latin typeface="Arial"/>
            </a:endParaRPr>
          </a:p>
          <a:p>
            <a:pPr marL="457200" indent="-291960">
              <a:lnSpc>
                <a:spcPct val="100000"/>
              </a:lnSpc>
              <a:buClr>
                <a:srgbClr val="000000"/>
              </a:buClr>
              <a:buFont typeface="Arial"/>
              <a:buChar char="●"/>
              <a:tabLst>
                <a:tab algn="l" pos="0"/>
              </a:tabLst>
            </a:pPr>
            <a:r>
              <a:rPr b="0" lang="en-US" sz="1000" spc="-1" strike="noStrike">
                <a:solidFill>
                  <a:schemeClr val="dk1"/>
                </a:solidFill>
                <a:latin typeface="Arial"/>
                <a:ea typeface="Arial"/>
              </a:rPr>
              <a:t>N:N : Muchos a muchos, un registro de la tabla X se relaciona con varios de la tabla Y y al revés también. Tabla vuelos y tabla turista. Un turista puede tener varios vuelos, un vuelo suele tener varios turistas </a:t>
            </a:r>
            <a:endParaRPr b="0" lang="en-US" sz="1000" spc="-1" strike="noStrike">
              <a:solidFill>
                <a:srgbClr val="000000"/>
              </a:solidFill>
              <a:latin typeface="Arial"/>
            </a:endParaRPr>
          </a:p>
        </p:txBody>
      </p:sp>
    </p:spTree>
  </p:cSld>
  <p:transition>
    <p:fade thruBlk="true"/>
  </p:transition>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Google Shape;213;p29"/>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153" name="PlaceHolder 1"/>
          <p:cNvSpPr>
            <a:spLocks noGrp="1"/>
          </p:cNvSpPr>
          <p:nvPr>
            <p:ph type="sldNum" idx="36"/>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EC75AA9F-87EB-457C-8CE5-BD84A31AC3F8}"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154" name="Google Shape;215;p29"/>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155" name="Google Shape;216;p29" descr="di_tella2.png"/>
          <p:cNvPicPr/>
          <p:nvPr/>
        </p:nvPicPr>
        <p:blipFill>
          <a:blip r:embed="rId1"/>
          <a:stretch/>
        </p:blipFill>
        <p:spPr>
          <a:xfrm>
            <a:off x="4061520" y="1800"/>
            <a:ext cx="548280" cy="340200"/>
          </a:xfrm>
          <a:prstGeom prst="rect">
            <a:avLst/>
          </a:prstGeom>
          <a:ln w="0">
            <a:noFill/>
          </a:ln>
        </p:spPr>
      </p:pic>
      <p:sp>
        <p:nvSpPr>
          <p:cNvPr id="156" name="Google Shape;217;p29"/>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157" name="Google Shape;218;p29"/>
          <p:cNvSpPr/>
          <p:nvPr/>
        </p:nvSpPr>
        <p:spPr>
          <a:xfrm>
            <a:off x="0" y="432720"/>
            <a:ext cx="4001040" cy="2764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chemeClr val="dk1"/>
                </a:solidFill>
                <a:latin typeface="Arial"/>
                <a:ea typeface="Arial"/>
              </a:rPr>
              <a:t>Conceptos: Operaciones de conjuntos</a:t>
            </a:r>
            <a:endParaRPr b="0" lang="en-US" sz="1500" spc="-1" strike="noStrike">
              <a:solidFill>
                <a:srgbClr val="000000"/>
              </a:solidFill>
              <a:latin typeface="Arial"/>
            </a:endParaRPr>
          </a:p>
          <a:p>
            <a:pPr>
              <a:lnSpc>
                <a:spcPct val="90000"/>
              </a:lnSpc>
              <a:tabLst>
                <a:tab algn="l" pos="0"/>
              </a:tabLst>
            </a:pPr>
            <a:endParaRPr b="0" lang="en-US" sz="1500" spc="-1" strike="noStrike">
              <a:solidFill>
                <a:srgbClr val="000000"/>
              </a:solidFill>
              <a:latin typeface="Arial"/>
            </a:endParaRPr>
          </a:p>
        </p:txBody>
      </p:sp>
      <p:pic>
        <p:nvPicPr>
          <p:cNvPr id="158" name="Google Shape;219;p29" descr=""/>
          <p:cNvPicPr/>
          <p:nvPr/>
        </p:nvPicPr>
        <p:blipFill>
          <a:blip r:embed="rId2"/>
          <a:stretch/>
        </p:blipFill>
        <p:spPr>
          <a:xfrm>
            <a:off x="91440" y="712080"/>
            <a:ext cx="4396680" cy="2157120"/>
          </a:xfrm>
          <a:prstGeom prst="rect">
            <a:avLst/>
          </a:prstGeom>
          <a:ln w="0">
            <a:noFill/>
          </a:ln>
        </p:spPr>
      </p:pic>
    </p:spTree>
  </p:cSld>
  <p:transition>
    <p:fade thruBlk="true"/>
  </p:transition>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Google Shape;224;p30"/>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160" name="PlaceHolder 1"/>
          <p:cNvSpPr>
            <a:spLocks noGrp="1"/>
          </p:cNvSpPr>
          <p:nvPr>
            <p:ph type="sldNum" idx="37"/>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93106EFD-5F0D-4877-AFD1-94AB91366112}"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161" name="Google Shape;226;p30"/>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162" name="Google Shape;227;p30" descr="di_tella2.png"/>
          <p:cNvPicPr/>
          <p:nvPr/>
        </p:nvPicPr>
        <p:blipFill>
          <a:blip r:embed="rId1"/>
          <a:stretch/>
        </p:blipFill>
        <p:spPr>
          <a:xfrm>
            <a:off x="4061520" y="1800"/>
            <a:ext cx="548280" cy="340200"/>
          </a:xfrm>
          <a:prstGeom prst="rect">
            <a:avLst/>
          </a:prstGeom>
          <a:ln w="0">
            <a:noFill/>
          </a:ln>
        </p:spPr>
      </p:pic>
      <p:sp>
        <p:nvSpPr>
          <p:cNvPr id="163" name="Google Shape;228;p30"/>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164" name="Google Shape;229;p30"/>
          <p:cNvSpPr/>
          <p:nvPr/>
        </p:nvSpPr>
        <p:spPr>
          <a:xfrm>
            <a:off x="0" y="432720"/>
            <a:ext cx="4001040" cy="2764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chemeClr val="dk1"/>
                </a:solidFill>
                <a:latin typeface="Arial"/>
                <a:ea typeface="Arial"/>
              </a:rPr>
              <a:t>Inner Join</a:t>
            </a:r>
            <a:endParaRPr b="0" lang="en-US" sz="1500" spc="-1" strike="noStrike">
              <a:solidFill>
                <a:srgbClr val="000000"/>
              </a:solidFill>
              <a:latin typeface="Arial"/>
            </a:endParaRPr>
          </a:p>
          <a:p>
            <a:pPr>
              <a:lnSpc>
                <a:spcPct val="90000"/>
              </a:lnSpc>
              <a:tabLst>
                <a:tab algn="l" pos="0"/>
              </a:tabLst>
            </a:pPr>
            <a:endParaRPr b="0" lang="en-US" sz="1500" spc="-1" strike="noStrike">
              <a:solidFill>
                <a:srgbClr val="000000"/>
              </a:solidFill>
              <a:latin typeface="Arial"/>
            </a:endParaRPr>
          </a:p>
        </p:txBody>
      </p:sp>
      <p:graphicFrame>
        <p:nvGraphicFramePr>
          <p:cNvPr id="165" name="Google Shape;230;p30"/>
          <p:cNvGraphicFramePr/>
          <p:nvPr/>
        </p:nvGraphicFramePr>
        <p:xfrm>
          <a:off x="49320" y="616680"/>
          <a:ext cx="2031480" cy="1440720"/>
        </p:xfrm>
        <a:graphic>
          <a:graphicData uri="http://schemas.openxmlformats.org/drawingml/2006/table">
            <a:tbl>
              <a:tblPr/>
              <a:tblGrid>
                <a:gridCol w="710280"/>
                <a:gridCol w="725760"/>
                <a:gridCol w="595440"/>
              </a:tblGrid>
              <a:tr h="340200">
                <a:tc>
                  <a:txBody>
                    <a:bodyPr lIns="90000" rIns="90000" anchor="t">
                      <a:noAutofit/>
                    </a:bodyPr>
                    <a:p>
                      <a:pPr>
                        <a:lnSpc>
                          <a:spcPct val="100000"/>
                        </a:lnSpc>
                        <a:tabLst>
                          <a:tab algn="l" pos="0"/>
                        </a:tabLst>
                      </a:pPr>
                      <a:r>
                        <a:rPr b="0" lang="en-US" sz="900" spc="-1" strike="noStrike">
                          <a:solidFill>
                            <a:srgbClr val="000000"/>
                          </a:solidFill>
                          <a:latin typeface="Arial"/>
                          <a:ea typeface="Arial"/>
                        </a:rPr>
                        <a:t>DNI</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Nombre</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id_club</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r>
              <a:tr h="209160">
                <a:tc>
                  <a:txBody>
                    <a:bodyPr lIns="90000" rIns="90000" anchor="t">
                      <a:noAutofit/>
                    </a:bodyPr>
                    <a:p>
                      <a:pPr>
                        <a:lnSpc>
                          <a:spcPct val="100000"/>
                        </a:lnSpc>
                        <a:tabLst>
                          <a:tab algn="l" pos="0"/>
                        </a:tabLst>
                      </a:pPr>
                      <a:r>
                        <a:rPr b="0" lang="en-US" sz="900" spc="-1" strike="noStrike">
                          <a:solidFill>
                            <a:srgbClr val="000000"/>
                          </a:solidFill>
                          <a:latin typeface="Arial"/>
                          <a:ea typeface="Arial"/>
                        </a:rPr>
                        <a:t>41555676</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Juan Perez</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r h="209160">
                <a:tc>
                  <a:txBody>
                    <a:bodyPr lIns="90000" rIns="90000" anchor="t">
                      <a:noAutofit/>
                    </a:bodyPr>
                    <a:p>
                      <a:pPr>
                        <a:lnSpc>
                          <a:spcPct val="100000"/>
                        </a:lnSpc>
                        <a:tabLst>
                          <a:tab algn="l" pos="0"/>
                        </a:tabLst>
                      </a:pPr>
                      <a:r>
                        <a:rPr b="0" lang="en-US" sz="900" spc="-1" strike="noStrike">
                          <a:solidFill>
                            <a:srgbClr val="000000"/>
                          </a:solidFill>
                          <a:latin typeface="Arial"/>
                          <a:ea typeface="Arial"/>
                        </a:rPr>
                        <a:t>38999432</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Damian Lopez</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4</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r>
              <a:tr h="209160">
                <a:tc>
                  <a:txBody>
                    <a:bodyPr lIns="90000" rIns="90000" anchor="t">
                      <a:noAutofit/>
                    </a:bodyPr>
                    <a:p>
                      <a:pPr>
                        <a:lnSpc>
                          <a:spcPct val="100000"/>
                        </a:lnSpc>
                        <a:tabLst>
                          <a:tab algn="l" pos="0"/>
                        </a:tabLst>
                      </a:pPr>
                      <a:r>
                        <a:rPr b="0" lang="en-US" sz="900" spc="-1" strike="noStrike">
                          <a:solidFill>
                            <a:srgbClr val="000000"/>
                          </a:solidFill>
                          <a:latin typeface="Arial"/>
                          <a:ea typeface="Arial"/>
                        </a:rPr>
                        <a:t>33455654</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Julio Suarez</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bl>
          </a:graphicData>
        </a:graphic>
      </p:graphicFrame>
      <p:graphicFrame>
        <p:nvGraphicFramePr>
          <p:cNvPr id="166" name="Google Shape;231;p30"/>
          <p:cNvGraphicFramePr/>
          <p:nvPr/>
        </p:nvGraphicFramePr>
        <p:xfrm>
          <a:off x="2201400" y="656640"/>
          <a:ext cx="2349000" cy="816120"/>
        </p:xfrm>
        <a:graphic>
          <a:graphicData uri="http://schemas.openxmlformats.org/drawingml/2006/table">
            <a:tbl>
              <a:tblPr/>
              <a:tblGrid>
                <a:gridCol w="860760"/>
                <a:gridCol w="1095840"/>
                <a:gridCol w="392400"/>
              </a:tblGrid>
              <a:tr h="289440">
                <a:tc>
                  <a:txBody>
                    <a:bodyPr lIns="90000" rIns="90000" anchor="t">
                      <a:noAutofit/>
                    </a:bodyPr>
                    <a:p>
                      <a:pPr>
                        <a:lnSpc>
                          <a:spcPct val="100000"/>
                        </a:lnSpc>
                        <a:tabLst>
                          <a:tab algn="l" pos="0"/>
                        </a:tabLst>
                      </a:pPr>
                      <a:r>
                        <a:rPr b="0" lang="en-US" sz="900" spc="-1" strike="noStrike">
                          <a:solidFill>
                            <a:srgbClr val="000000"/>
                          </a:solidFill>
                          <a:latin typeface="Arial"/>
                          <a:ea typeface="Arial"/>
                        </a:rPr>
                        <a:t>Nombre_club</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año_fundacion</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id</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r>
              <a:tr h="280440">
                <a:tc>
                  <a:txBody>
                    <a:bodyPr lIns="90000" rIns="90000" anchor="t">
                      <a:noAutofit/>
                    </a:bodyPr>
                    <a:p>
                      <a:pPr>
                        <a:lnSpc>
                          <a:spcPct val="100000"/>
                        </a:lnSpc>
                        <a:tabLst>
                          <a:tab algn="l" pos="0"/>
                        </a:tabLst>
                      </a:pPr>
                      <a:r>
                        <a:rPr b="0" lang="en-US" sz="900" spc="-1" strike="noStrike">
                          <a:solidFill>
                            <a:srgbClr val="000000"/>
                          </a:solidFill>
                          <a:latin typeface="Arial"/>
                          <a:ea typeface="Arial"/>
                        </a:rPr>
                        <a:t>River Plate</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1901</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r h="246240">
                <a:tc>
                  <a:txBody>
                    <a:bodyPr lIns="90000" rIns="90000" anchor="t">
                      <a:noAutofit/>
                    </a:bodyPr>
                    <a:p>
                      <a:pPr>
                        <a:lnSpc>
                          <a:spcPct val="100000"/>
                        </a:lnSpc>
                        <a:tabLst>
                          <a:tab algn="l" pos="0"/>
                        </a:tabLst>
                      </a:pPr>
                      <a:r>
                        <a:rPr b="0" lang="en-US" sz="900" spc="-1" strike="noStrike">
                          <a:solidFill>
                            <a:srgbClr val="000000"/>
                          </a:solidFill>
                          <a:latin typeface="Arial"/>
                          <a:ea typeface="Arial"/>
                        </a:rPr>
                        <a:t>Boca Juniors</a:t>
                      </a:r>
                      <a:endParaRPr b="0" lang="en-US" sz="900" spc="-1" strike="noStrike">
                        <a:solidFill>
                          <a:srgbClr val="000000"/>
                        </a:solidFill>
                        <a:latin typeface="Arial"/>
                      </a:endParaRPr>
                    </a:p>
                  </a:txBody>
                  <a:tcPr anchor="t" marL="90000" marR="90000">
                    <a:lnL>
                      <a:noFill/>
                    </a:lnL>
                    <a:lnR>
                      <a:noFill/>
                    </a:lnR>
                    <a:lnT>
                      <a:noFill/>
                    </a:lnT>
                    <a:lnB>
                      <a:noFill/>
                    </a:lnB>
                    <a:solidFill>
                      <a:srgbClr val="e6e6e6"/>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1905</a:t>
                      </a:r>
                      <a:endParaRPr b="0" lang="en-US" sz="900" spc="-1" strike="noStrike">
                        <a:solidFill>
                          <a:srgbClr val="000000"/>
                        </a:solidFill>
                        <a:latin typeface="Arial"/>
                      </a:endParaRPr>
                    </a:p>
                  </a:txBody>
                  <a:tcPr anchor="t" marL="90000" marR="90000">
                    <a:lnL>
                      <a:noFill/>
                    </a:lnL>
                    <a:lnR>
                      <a:noFill/>
                    </a:lnR>
                    <a:lnT>
                      <a:noFill/>
                    </a:lnT>
                    <a:lnB>
                      <a:noFill/>
                    </a:lnB>
                    <a:solidFill>
                      <a:srgbClr val="e6e6e6"/>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2</a:t>
                      </a:r>
                      <a:endParaRPr b="0" lang="en-US" sz="900" spc="-1" strike="noStrike">
                        <a:solidFill>
                          <a:srgbClr val="000000"/>
                        </a:solidFill>
                        <a:latin typeface="Arial"/>
                      </a:endParaRPr>
                    </a:p>
                  </a:txBody>
                  <a:tcPr anchor="t" marL="90000" marR="90000">
                    <a:lnL>
                      <a:noFill/>
                    </a:lnL>
                    <a:lnR>
                      <a:noFill/>
                    </a:lnR>
                    <a:lnT>
                      <a:noFill/>
                    </a:lnT>
                    <a:lnB>
                      <a:noFill/>
                    </a:lnB>
                    <a:solidFill>
                      <a:srgbClr val="e6e6e6"/>
                    </a:solidFill>
                  </a:tcPr>
                </a:tc>
              </a:tr>
            </a:tbl>
          </a:graphicData>
        </a:graphic>
      </p:graphicFrame>
      <p:graphicFrame>
        <p:nvGraphicFramePr>
          <p:cNvPr id="167" name="Google Shape;232;p30"/>
          <p:cNvGraphicFramePr/>
          <p:nvPr/>
        </p:nvGraphicFramePr>
        <p:xfrm>
          <a:off x="26640" y="2181960"/>
          <a:ext cx="4556520" cy="733320"/>
        </p:xfrm>
        <a:graphic>
          <a:graphicData uri="http://schemas.openxmlformats.org/drawingml/2006/table">
            <a:tbl>
              <a:tblPr/>
              <a:tblGrid>
                <a:gridCol w="837000"/>
                <a:gridCol w="975240"/>
                <a:gridCol w="620640"/>
                <a:gridCol w="968760"/>
                <a:gridCol w="1154160"/>
              </a:tblGrid>
              <a:tr h="213480">
                <a:tc>
                  <a:txBody>
                    <a:bodyPr lIns="90000" rIns="90000" anchor="t">
                      <a:noAutofit/>
                    </a:bodyPr>
                    <a:p>
                      <a:pPr>
                        <a:lnSpc>
                          <a:spcPct val="100000"/>
                        </a:lnSpc>
                        <a:tabLst>
                          <a:tab algn="l" pos="0"/>
                        </a:tabLst>
                      </a:pPr>
                      <a:r>
                        <a:rPr b="0" lang="en-US" sz="1000" spc="-1" strike="noStrike">
                          <a:solidFill>
                            <a:srgbClr val="000000"/>
                          </a:solidFill>
                          <a:latin typeface="Arial"/>
                          <a:ea typeface="Arial"/>
                        </a:rPr>
                        <a:t>DNI</a:t>
                      </a:r>
                      <a:endParaRPr b="0" lang="en-US" sz="10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1000" spc="-1" strike="noStrike">
                          <a:solidFill>
                            <a:srgbClr val="000000"/>
                          </a:solidFill>
                          <a:latin typeface="Arial"/>
                          <a:ea typeface="Arial"/>
                        </a:rPr>
                        <a:t>Nombre</a:t>
                      </a:r>
                      <a:endParaRPr b="0" lang="en-US" sz="10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1000" spc="-1" strike="noStrike">
                          <a:solidFill>
                            <a:srgbClr val="000000"/>
                          </a:solidFill>
                          <a:latin typeface="Arial"/>
                          <a:ea typeface="Arial"/>
                        </a:rPr>
                        <a:t>id_club</a:t>
                      </a:r>
                      <a:endParaRPr b="0" lang="en-US" sz="10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1000" spc="-1" strike="noStrike">
                          <a:solidFill>
                            <a:srgbClr val="000000"/>
                          </a:solidFill>
                          <a:latin typeface="Arial"/>
                          <a:ea typeface="Arial"/>
                        </a:rPr>
                        <a:t>Nombre_club</a:t>
                      </a:r>
                      <a:endParaRPr b="0" lang="en-US" sz="10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1000" spc="-1" strike="noStrike">
                          <a:solidFill>
                            <a:srgbClr val="000000"/>
                          </a:solidFill>
                          <a:latin typeface="Arial"/>
                          <a:ea typeface="Arial"/>
                        </a:rPr>
                        <a:t>año_fundacion</a:t>
                      </a:r>
                      <a:endParaRPr b="0" lang="en-US" sz="10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r>
              <a:tr h="210960">
                <a:tc>
                  <a:txBody>
                    <a:bodyPr lIns="90000" rIns="90000" anchor="t">
                      <a:noAutofit/>
                    </a:bodyPr>
                    <a:p>
                      <a:pPr>
                        <a:lnSpc>
                          <a:spcPct val="100000"/>
                        </a:lnSpc>
                        <a:tabLst>
                          <a:tab algn="l" pos="0"/>
                        </a:tabLst>
                      </a:pPr>
                      <a:r>
                        <a:rPr b="0" lang="en-US" sz="1000" spc="-1" strike="noStrike">
                          <a:solidFill>
                            <a:srgbClr val="000000"/>
                          </a:solidFill>
                          <a:latin typeface="Arial"/>
                          <a:ea typeface="Arial"/>
                        </a:rPr>
                        <a:t>41555676</a:t>
                      </a:r>
                      <a:endParaRPr b="0" lang="en-US" sz="10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1000" spc="-1" strike="noStrike">
                          <a:solidFill>
                            <a:srgbClr val="000000"/>
                          </a:solidFill>
                          <a:latin typeface="Arial"/>
                          <a:ea typeface="Arial"/>
                        </a:rPr>
                        <a:t>Juan Perez</a:t>
                      </a:r>
                      <a:endParaRPr b="0" lang="en-US" sz="10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1000" spc="-1" strike="noStrike">
                          <a:solidFill>
                            <a:srgbClr val="000000"/>
                          </a:solidFill>
                          <a:latin typeface="Arial"/>
                          <a:ea typeface="Arial"/>
                        </a:rPr>
                        <a:t>1</a:t>
                      </a:r>
                      <a:endParaRPr b="0" lang="en-US" sz="10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1000" spc="-1" strike="noStrike">
                          <a:solidFill>
                            <a:srgbClr val="000000"/>
                          </a:solidFill>
                          <a:latin typeface="Arial"/>
                          <a:ea typeface="Arial"/>
                        </a:rPr>
                        <a:t>River Plate</a:t>
                      </a:r>
                      <a:endParaRPr b="0" lang="en-US" sz="10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1000" spc="-1" strike="noStrike">
                          <a:solidFill>
                            <a:srgbClr val="000000"/>
                          </a:solidFill>
                          <a:latin typeface="Arial"/>
                          <a:ea typeface="Arial"/>
                        </a:rPr>
                        <a:t>1901</a:t>
                      </a:r>
                      <a:endParaRPr b="0" lang="en-US" sz="10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r h="178920">
                <a:tc>
                  <a:txBody>
                    <a:bodyPr lIns="90000" rIns="90000" anchor="t">
                      <a:noAutofit/>
                    </a:bodyPr>
                    <a:p>
                      <a:pPr>
                        <a:lnSpc>
                          <a:spcPct val="100000"/>
                        </a:lnSpc>
                        <a:tabLst>
                          <a:tab algn="l" pos="0"/>
                        </a:tabLst>
                      </a:pPr>
                      <a:r>
                        <a:rPr b="0" lang="en-US" sz="1000" spc="-1" strike="noStrike">
                          <a:solidFill>
                            <a:srgbClr val="000000"/>
                          </a:solidFill>
                          <a:latin typeface="Arial"/>
                          <a:ea typeface="Arial"/>
                        </a:rPr>
                        <a:t>33455654</a:t>
                      </a:r>
                      <a:endParaRPr b="0" lang="en-US" sz="10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1000" spc="-1" strike="noStrike">
                          <a:solidFill>
                            <a:srgbClr val="000000"/>
                          </a:solidFill>
                          <a:latin typeface="Arial"/>
                          <a:ea typeface="Arial"/>
                        </a:rPr>
                        <a:t>Julio Suarez</a:t>
                      </a:r>
                      <a:endParaRPr b="0" lang="en-US" sz="10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1000" spc="-1" strike="noStrike">
                          <a:solidFill>
                            <a:srgbClr val="000000"/>
                          </a:solidFill>
                          <a:latin typeface="Arial"/>
                          <a:ea typeface="Arial"/>
                        </a:rPr>
                        <a:t>1</a:t>
                      </a:r>
                      <a:endParaRPr b="0" lang="en-US" sz="10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1000" spc="-1" strike="noStrike">
                          <a:solidFill>
                            <a:srgbClr val="000000"/>
                          </a:solidFill>
                          <a:latin typeface="Arial"/>
                          <a:ea typeface="Arial"/>
                        </a:rPr>
                        <a:t>River Plate</a:t>
                      </a:r>
                      <a:endParaRPr b="0" lang="en-US" sz="10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1000" spc="-1" strike="noStrike">
                          <a:solidFill>
                            <a:srgbClr val="000000"/>
                          </a:solidFill>
                          <a:latin typeface="Arial"/>
                          <a:ea typeface="Arial"/>
                        </a:rPr>
                        <a:t>1901</a:t>
                      </a:r>
                      <a:endParaRPr b="0" lang="en-US" sz="10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r>
            </a:tbl>
          </a:graphicData>
        </a:graphic>
      </p:graphicFrame>
    </p:spTree>
  </p:cSld>
  <p:transition>
    <p:fade thruBlk="true"/>
  </p:transition>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Google Shape;237;p31"/>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169" name="PlaceHolder 1"/>
          <p:cNvSpPr>
            <a:spLocks noGrp="1"/>
          </p:cNvSpPr>
          <p:nvPr>
            <p:ph type="sldNum" idx="38"/>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5DF145DA-3450-4EF6-B996-CD56D04A07F2}"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170" name="Google Shape;239;p31"/>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171" name="Google Shape;240;p31" descr="di_tella2.png"/>
          <p:cNvPicPr/>
          <p:nvPr/>
        </p:nvPicPr>
        <p:blipFill>
          <a:blip r:embed="rId1"/>
          <a:stretch/>
        </p:blipFill>
        <p:spPr>
          <a:xfrm>
            <a:off x="4061520" y="1800"/>
            <a:ext cx="548280" cy="340200"/>
          </a:xfrm>
          <a:prstGeom prst="rect">
            <a:avLst/>
          </a:prstGeom>
          <a:ln w="0">
            <a:noFill/>
          </a:ln>
        </p:spPr>
      </p:pic>
      <p:sp>
        <p:nvSpPr>
          <p:cNvPr id="172" name="Google Shape;241;p31"/>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173" name="Google Shape;242;p31"/>
          <p:cNvSpPr/>
          <p:nvPr/>
        </p:nvSpPr>
        <p:spPr>
          <a:xfrm>
            <a:off x="0" y="432720"/>
            <a:ext cx="4001040" cy="2764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chemeClr val="dk1"/>
                </a:solidFill>
                <a:latin typeface="Arial"/>
                <a:ea typeface="Arial"/>
              </a:rPr>
              <a:t>Left Join</a:t>
            </a:r>
            <a:endParaRPr b="0" lang="en-US" sz="1500" spc="-1" strike="noStrike">
              <a:solidFill>
                <a:srgbClr val="000000"/>
              </a:solidFill>
              <a:latin typeface="Arial"/>
            </a:endParaRPr>
          </a:p>
          <a:p>
            <a:pPr>
              <a:lnSpc>
                <a:spcPct val="90000"/>
              </a:lnSpc>
              <a:tabLst>
                <a:tab algn="l" pos="0"/>
              </a:tabLst>
            </a:pPr>
            <a:endParaRPr b="0" lang="en-US" sz="1500" spc="-1" strike="noStrike">
              <a:solidFill>
                <a:srgbClr val="000000"/>
              </a:solidFill>
              <a:latin typeface="Arial"/>
            </a:endParaRPr>
          </a:p>
        </p:txBody>
      </p:sp>
      <p:graphicFrame>
        <p:nvGraphicFramePr>
          <p:cNvPr id="174" name="Google Shape;243;p31"/>
          <p:cNvGraphicFramePr/>
          <p:nvPr/>
        </p:nvGraphicFramePr>
        <p:xfrm>
          <a:off x="49320" y="616680"/>
          <a:ext cx="2031480" cy="1440720"/>
        </p:xfrm>
        <a:graphic>
          <a:graphicData uri="http://schemas.openxmlformats.org/drawingml/2006/table">
            <a:tbl>
              <a:tblPr/>
              <a:tblGrid>
                <a:gridCol w="710280"/>
                <a:gridCol w="725760"/>
                <a:gridCol w="595440"/>
              </a:tblGrid>
              <a:tr h="340200">
                <a:tc>
                  <a:txBody>
                    <a:bodyPr lIns="90000" rIns="90000" anchor="t">
                      <a:noAutofit/>
                    </a:bodyPr>
                    <a:p>
                      <a:pPr>
                        <a:lnSpc>
                          <a:spcPct val="100000"/>
                        </a:lnSpc>
                        <a:tabLst>
                          <a:tab algn="l" pos="0"/>
                        </a:tabLst>
                      </a:pPr>
                      <a:r>
                        <a:rPr b="0" lang="en-US" sz="900" spc="-1" strike="noStrike">
                          <a:solidFill>
                            <a:srgbClr val="000000"/>
                          </a:solidFill>
                          <a:latin typeface="Arial"/>
                          <a:ea typeface="Arial"/>
                        </a:rPr>
                        <a:t>DNI</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Nombre</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id_club</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r>
              <a:tr h="209160">
                <a:tc>
                  <a:txBody>
                    <a:bodyPr lIns="90000" rIns="90000" anchor="t">
                      <a:noAutofit/>
                    </a:bodyPr>
                    <a:p>
                      <a:pPr>
                        <a:lnSpc>
                          <a:spcPct val="100000"/>
                        </a:lnSpc>
                        <a:tabLst>
                          <a:tab algn="l" pos="0"/>
                        </a:tabLst>
                      </a:pPr>
                      <a:r>
                        <a:rPr b="0" lang="en-US" sz="900" spc="-1" strike="noStrike">
                          <a:solidFill>
                            <a:srgbClr val="000000"/>
                          </a:solidFill>
                          <a:latin typeface="Arial"/>
                          <a:ea typeface="Arial"/>
                        </a:rPr>
                        <a:t>41555676</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Juan Perez</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r h="209160">
                <a:tc>
                  <a:txBody>
                    <a:bodyPr lIns="90000" rIns="90000" anchor="t">
                      <a:noAutofit/>
                    </a:bodyPr>
                    <a:p>
                      <a:pPr>
                        <a:lnSpc>
                          <a:spcPct val="100000"/>
                        </a:lnSpc>
                        <a:tabLst>
                          <a:tab algn="l" pos="0"/>
                        </a:tabLst>
                      </a:pPr>
                      <a:r>
                        <a:rPr b="0" lang="en-US" sz="900" spc="-1" strike="noStrike">
                          <a:solidFill>
                            <a:srgbClr val="000000"/>
                          </a:solidFill>
                          <a:latin typeface="Arial"/>
                          <a:ea typeface="Arial"/>
                        </a:rPr>
                        <a:t>38999432</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Damian Lopez</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4</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r>
              <a:tr h="209160">
                <a:tc>
                  <a:txBody>
                    <a:bodyPr lIns="90000" rIns="90000" anchor="t">
                      <a:noAutofit/>
                    </a:bodyPr>
                    <a:p>
                      <a:pPr>
                        <a:lnSpc>
                          <a:spcPct val="100000"/>
                        </a:lnSpc>
                        <a:tabLst>
                          <a:tab algn="l" pos="0"/>
                        </a:tabLst>
                      </a:pPr>
                      <a:r>
                        <a:rPr b="0" lang="en-US" sz="900" spc="-1" strike="noStrike">
                          <a:solidFill>
                            <a:srgbClr val="000000"/>
                          </a:solidFill>
                          <a:latin typeface="Arial"/>
                          <a:ea typeface="Arial"/>
                        </a:rPr>
                        <a:t>33455654</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Julio Suarez</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bl>
          </a:graphicData>
        </a:graphic>
      </p:graphicFrame>
      <p:graphicFrame>
        <p:nvGraphicFramePr>
          <p:cNvPr id="175" name="Google Shape;244;p31"/>
          <p:cNvGraphicFramePr/>
          <p:nvPr/>
        </p:nvGraphicFramePr>
        <p:xfrm>
          <a:off x="2201400" y="656640"/>
          <a:ext cx="2349000" cy="816120"/>
        </p:xfrm>
        <a:graphic>
          <a:graphicData uri="http://schemas.openxmlformats.org/drawingml/2006/table">
            <a:tbl>
              <a:tblPr/>
              <a:tblGrid>
                <a:gridCol w="860760"/>
                <a:gridCol w="1095840"/>
                <a:gridCol w="392400"/>
              </a:tblGrid>
              <a:tr h="289440">
                <a:tc>
                  <a:txBody>
                    <a:bodyPr lIns="90000" rIns="90000" anchor="t">
                      <a:noAutofit/>
                    </a:bodyPr>
                    <a:p>
                      <a:pPr>
                        <a:lnSpc>
                          <a:spcPct val="100000"/>
                        </a:lnSpc>
                        <a:tabLst>
                          <a:tab algn="l" pos="0"/>
                        </a:tabLst>
                      </a:pPr>
                      <a:r>
                        <a:rPr b="0" lang="en-US" sz="900" spc="-1" strike="noStrike">
                          <a:solidFill>
                            <a:srgbClr val="000000"/>
                          </a:solidFill>
                          <a:latin typeface="Arial"/>
                          <a:ea typeface="Arial"/>
                        </a:rPr>
                        <a:t>Nombre_club</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año_fundacion</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id</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r>
              <a:tr h="280440">
                <a:tc>
                  <a:txBody>
                    <a:bodyPr lIns="90000" rIns="90000" anchor="t">
                      <a:noAutofit/>
                    </a:bodyPr>
                    <a:p>
                      <a:pPr>
                        <a:lnSpc>
                          <a:spcPct val="100000"/>
                        </a:lnSpc>
                        <a:tabLst>
                          <a:tab algn="l" pos="0"/>
                        </a:tabLst>
                      </a:pPr>
                      <a:r>
                        <a:rPr b="0" lang="en-US" sz="900" spc="-1" strike="noStrike">
                          <a:solidFill>
                            <a:srgbClr val="000000"/>
                          </a:solidFill>
                          <a:latin typeface="Arial"/>
                          <a:ea typeface="Arial"/>
                        </a:rPr>
                        <a:t>River Plate</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1901</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r h="246240">
                <a:tc>
                  <a:txBody>
                    <a:bodyPr lIns="90000" rIns="90000" anchor="t">
                      <a:noAutofit/>
                    </a:bodyPr>
                    <a:p>
                      <a:pPr>
                        <a:lnSpc>
                          <a:spcPct val="100000"/>
                        </a:lnSpc>
                        <a:tabLst>
                          <a:tab algn="l" pos="0"/>
                        </a:tabLst>
                      </a:pPr>
                      <a:r>
                        <a:rPr b="0" lang="en-US" sz="900" spc="-1" strike="noStrike">
                          <a:solidFill>
                            <a:srgbClr val="000000"/>
                          </a:solidFill>
                          <a:latin typeface="Arial"/>
                          <a:ea typeface="Arial"/>
                        </a:rPr>
                        <a:t>Boca Juniors</a:t>
                      </a:r>
                      <a:endParaRPr b="0" lang="en-US" sz="900" spc="-1" strike="noStrike">
                        <a:solidFill>
                          <a:srgbClr val="000000"/>
                        </a:solidFill>
                        <a:latin typeface="Arial"/>
                      </a:endParaRPr>
                    </a:p>
                  </a:txBody>
                  <a:tcPr anchor="t" marL="90000" marR="90000">
                    <a:lnL>
                      <a:noFill/>
                    </a:lnL>
                    <a:lnR>
                      <a:noFill/>
                    </a:lnR>
                    <a:lnT>
                      <a:noFill/>
                    </a:lnT>
                    <a:lnB>
                      <a:noFill/>
                    </a:lnB>
                    <a:solidFill>
                      <a:srgbClr val="e6e6e6"/>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1905</a:t>
                      </a:r>
                      <a:endParaRPr b="0" lang="en-US" sz="900" spc="-1" strike="noStrike">
                        <a:solidFill>
                          <a:srgbClr val="000000"/>
                        </a:solidFill>
                        <a:latin typeface="Arial"/>
                      </a:endParaRPr>
                    </a:p>
                  </a:txBody>
                  <a:tcPr anchor="t" marL="90000" marR="90000">
                    <a:lnL>
                      <a:noFill/>
                    </a:lnL>
                    <a:lnR>
                      <a:noFill/>
                    </a:lnR>
                    <a:lnT>
                      <a:noFill/>
                    </a:lnT>
                    <a:lnB>
                      <a:noFill/>
                    </a:lnB>
                    <a:solidFill>
                      <a:srgbClr val="e6e6e6"/>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2</a:t>
                      </a:r>
                      <a:endParaRPr b="0" lang="en-US" sz="900" spc="-1" strike="noStrike">
                        <a:solidFill>
                          <a:srgbClr val="000000"/>
                        </a:solidFill>
                        <a:latin typeface="Arial"/>
                      </a:endParaRPr>
                    </a:p>
                  </a:txBody>
                  <a:tcPr anchor="t" marL="90000" marR="90000">
                    <a:lnL>
                      <a:noFill/>
                    </a:lnL>
                    <a:lnR>
                      <a:noFill/>
                    </a:lnR>
                    <a:lnT>
                      <a:noFill/>
                    </a:lnT>
                    <a:lnB>
                      <a:noFill/>
                    </a:lnB>
                    <a:solidFill>
                      <a:srgbClr val="e6e6e6"/>
                    </a:solidFill>
                  </a:tcPr>
                </a:tc>
              </a:tr>
            </a:tbl>
          </a:graphicData>
        </a:graphic>
      </p:graphicFrame>
      <p:graphicFrame>
        <p:nvGraphicFramePr>
          <p:cNvPr id="176" name="Google Shape;245;p31"/>
          <p:cNvGraphicFramePr/>
          <p:nvPr/>
        </p:nvGraphicFramePr>
        <p:xfrm>
          <a:off x="49320" y="2098080"/>
          <a:ext cx="4459320" cy="956880"/>
        </p:xfrm>
        <a:graphic>
          <a:graphicData uri="http://schemas.openxmlformats.org/drawingml/2006/table">
            <a:tbl>
              <a:tblPr/>
              <a:tblGrid>
                <a:gridCol w="777600"/>
                <a:gridCol w="1005120"/>
                <a:gridCol w="669960"/>
                <a:gridCol w="873000"/>
                <a:gridCol w="1132920"/>
              </a:tblGrid>
              <a:tr h="268920">
                <a:tc>
                  <a:txBody>
                    <a:bodyPr lIns="90000" rIns="90000" anchor="t">
                      <a:noAutofit/>
                    </a:bodyPr>
                    <a:p>
                      <a:pPr>
                        <a:lnSpc>
                          <a:spcPct val="100000"/>
                        </a:lnSpc>
                        <a:tabLst>
                          <a:tab algn="l" pos="0"/>
                        </a:tabLst>
                      </a:pPr>
                      <a:r>
                        <a:rPr b="0" lang="en-US" sz="900" spc="-1" strike="noStrike">
                          <a:solidFill>
                            <a:srgbClr val="000000"/>
                          </a:solidFill>
                          <a:latin typeface="Arial"/>
                          <a:ea typeface="Arial"/>
                        </a:rPr>
                        <a:t>DNI</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Nombre</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id_club</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Nombre_club</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año_fundacion</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r>
              <a:tr h="170640">
                <a:tc>
                  <a:txBody>
                    <a:bodyPr lIns="90000" rIns="90000" anchor="t">
                      <a:noAutofit/>
                    </a:bodyPr>
                    <a:p>
                      <a:pPr>
                        <a:lnSpc>
                          <a:spcPct val="100000"/>
                        </a:lnSpc>
                        <a:tabLst>
                          <a:tab algn="l" pos="0"/>
                        </a:tabLst>
                      </a:pPr>
                      <a:r>
                        <a:rPr b="0" lang="en-US" sz="900" spc="-1" strike="noStrike">
                          <a:solidFill>
                            <a:srgbClr val="000000"/>
                          </a:solidFill>
                          <a:latin typeface="Arial"/>
                          <a:ea typeface="Arial"/>
                        </a:rPr>
                        <a:t>41555676</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Juan Perez</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River Plate</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1901</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r h="166680">
                <a:tc>
                  <a:txBody>
                    <a:bodyPr lIns="90000" rIns="90000" anchor="t">
                      <a:noAutofit/>
                    </a:bodyPr>
                    <a:p>
                      <a:pPr>
                        <a:lnSpc>
                          <a:spcPct val="100000"/>
                        </a:lnSpc>
                        <a:tabLst>
                          <a:tab algn="l" pos="0"/>
                        </a:tabLst>
                      </a:pPr>
                      <a:r>
                        <a:rPr b="0" lang="en-US" sz="900" spc="-1" strike="noStrike">
                          <a:solidFill>
                            <a:srgbClr val="000000"/>
                          </a:solidFill>
                          <a:latin typeface="Arial"/>
                          <a:ea typeface="Arial"/>
                        </a:rPr>
                        <a:t>38999432</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Damian Lopez</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4</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null</a:t>
                      </a:r>
                      <a:endParaRPr b="0" lang="en-US" sz="900" spc="-1" strike="noStrike">
                        <a:solidFill>
                          <a:srgbClr val="ffffff"/>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ff0000"/>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null</a:t>
                      </a:r>
                      <a:endParaRPr b="0" lang="en-US" sz="900" spc="-1" strike="noStrike">
                        <a:solidFill>
                          <a:srgbClr val="ffffff"/>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ff0000"/>
                    </a:solidFill>
                  </a:tcPr>
                </a:tc>
              </a:tr>
              <a:tr h="178200">
                <a:tc>
                  <a:txBody>
                    <a:bodyPr lIns="90000" rIns="90000" anchor="t">
                      <a:noAutofit/>
                    </a:bodyPr>
                    <a:p>
                      <a:pPr>
                        <a:lnSpc>
                          <a:spcPct val="100000"/>
                        </a:lnSpc>
                        <a:tabLst>
                          <a:tab algn="l" pos="0"/>
                        </a:tabLst>
                      </a:pPr>
                      <a:r>
                        <a:rPr b="0" lang="en-US" sz="900" spc="-1" strike="noStrike">
                          <a:solidFill>
                            <a:srgbClr val="000000"/>
                          </a:solidFill>
                          <a:latin typeface="Arial"/>
                          <a:ea typeface="Arial"/>
                        </a:rPr>
                        <a:t>33455654</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Julio Suarez</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River Plate</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1901</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bl>
          </a:graphicData>
        </a:graphic>
      </p:graphicFrame>
    </p:spTree>
  </p:cSld>
  <p:transition>
    <p:fade thruBlk="true"/>
  </p:transition>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Google Shape;250;p32"/>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178" name="PlaceHolder 1"/>
          <p:cNvSpPr>
            <a:spLocks noGrp="1"/>
          </p:cNvSpPr>
          <p:nvPr>
            <p:ph type="sldNum" idx="39"/>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F0514098-6C03-4B73-B1DE-3D0587214D4A}"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179" name="Google Shape;252;p32"/>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180" name="Google Shape;253;p32" descr="di_tella2.png"/>
          <p:cNvPicPr/>
          <p:nvPr/>
        </p:nvPicPr>
        <p:blipFill>
          <a:blip r:embed="rId1"/>
          <a:stretch/>
        </p:blipFill>
        <p:spPr>
          <a:xfrm>
            <a:off x="4061520" y="1800"/>
            <a:ext cx="548280" cy="340200"/>
          </a:xfrm>
          <a:prstGeom prst="rect">
            <a:avLst/>
          </a:prstGeom>
          <a:ln w="0">
            <a:noFill/>
          </a:ln>
        </p:spPr>
      </p:pic>
      <p:sp>
        <p:nvSpPr>
          <p:cNvPr id="181" name="Google Shape;254;p32"/>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182" name="Google Shape;255;p32"/>
          <p:cNvSpPr/>
          <p:nvPr/>
        </p:nvSpPr>
        <p:spPr>
          <a:xfrm>
            <a:off x="0" y="432720"/>
            <a:ext cx="4001040" cy="2764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chemeClr val="dk1"/>
                </a:solidFill>
                <a:latin typeface="Arial"/>
                <a:ea typeface="Arial"/>
              </a:rPr>
              <a:t>Right Join</a:t>
            </a:r>
            <a:endParaRPr b="0" lang="en-US" sz="1500" spc="-1" strike="noStrike">
              <a:solidFill>
                <a:srgbClr val="000000"/>
              </a:solidFill>
              <a:latin typeface="Arial"/>
            </a:endParaRPr>
          </a:p>
          <a:p>
            <a:pPr>
              <a:lnSpc>
                <a:spcPct val="90000"/>
              </a:lnSpc>
              <a:tabLst>
                <a:tab algn="l" pos="0"/>
              </a:tabLst>
            </a:pPr>
            <a:endParaRPr b="0" lang="en-US" sz="1500" spc="-1" strike="noStrike">
              <a:solidFill>
                <a:srgbClr val="000000"/>
              </a:solidFill>
              <a:latin typeface="Arial"/>
            </a:endParaRPr>
          </a:p>
        </p:txBody>
      </p:sp>
      <p:graphicFrame>
        <p:nvGraphicFramePr>
          <p:cNvPr id="183" name="Google Shape;256;p32"/>
          <p:cNvGraphicFramePr/>
          <p:nvPr/>
        </p:nvGraphicFramePr>
        <p:xfrm>
          <a:off x="49320" y="616680"/>
          <a:ext cx="2031480" cy="1440720"/>
        </p:xfrm>
        <a:graphic>
          <a:graphicData uri="http://schemas.openxmlformats.org/drawingml/2006/table">
            <a:tbl>
              <a:tblPr/>
              <a:tblGrid>
                <a:gridCol w="710280"/>
                <a:gridCol w="725760"/>
                <a:gridCol w="595440"/>
              </a:tblGrid>
              <a:tr h="340200">
                <a:tc>
                  <a:txBody>
                    <a:bodyPr lIns="90000" rIns="90000" anchor="t">
                      <a:noAutofit/>
                    </a:bodyPr>
                    <a:p>
                      <a:pPr>
                        <a:lnSpc>
                          <a:spcPct val="100000"/>
                        </a:lnSpc>
                        <a:tabLst>
                          <a:tab algn="l" pos="0"/>
                        </a:tabLst>
                      </a:pPr>
                      <a:r>
                        <a:rPr b="0" lang="en-US" sz="900" spc="-1" strike="noStrike">
                          <a:solidFill>
                            <a:srgbClr val="000000"/>
                          </a:solidFill>
                          <a:latin typeface="Arial"/>
                          <a:ea typeface="Arial"/>
                        </a:rPr>
                        <a:t>DNI</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Nombre</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id_club</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r>
              <a:tr h="209160">
                <a:tc>
                  <a:txBody>
                    <a:bodyPr lIns="90000" rIns="90000" anchor="t">
                      <a:noAutofit/>
                    </a:bodyPr>
                    <a:p>
                      <a:pPr>
                        <a:lnSpc>
                          <a:spcPct val="100000"/>
                        </a:lnSpc>
                        <a:tabLst>
                          <a:tab algn="l" pos="0"/>
                        </a:tabLst>
                      </a:pPr>
                      <a:r>
                        <a:rPr b="0" lang="en-US" sz="900" spc="-1" strike="noStrike">
                          <a:solidFill>
                            <a:srgbClr val="000000"/>
                          </a:solidFill>
                          <a:latin typeface="Arial"/>
                          <a:ea typeface="Arial"/>
                        </a:rPr>
                        <a:t>41555676</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Juan Perez</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r h="209160">
                <a:tc>
                  <a:txBody>
                    <a:bodyPr lIns="90000" rIns="90000" anchor="t">
                      <a:noAutofit/>
                    </a:bodyPr>
                    <a:p>
                      <a:pPr>
                        <a:lnSpc>
                          <a:spcPct val="100000"/>
                        </a:lnSpc>
                        <a:tabLst>
                          <a:tab algn="l" pos="0"/>
                        </a:tabLst>
                      </a:pPr>
                      <a:r>
                        <a:rPr b="0" lang="en-US" sz="900" spc="-1" strike="noStrike">
                          <a:solidFill>
                            <a:srgbClr val="000000"/>
                          </a:solidFill>
                          <a:latin typeface="Arial"/>
                          <a:ea typeface="Arial"/>
                        </a:rPr>
                        <a:t>38999432</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Damian Lopez</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4</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r>
              <a:tr h="209160">
                <a:tc>
                  <a:txBody>
                    <a:bodyPr lIns="90000" rIns="90000" anchor="t">
                      <a:noAutofit/>
                    </a:bodyPr>
                    <a:p>
                      <a:pPr>
                        <a:lnSpc>
                          <a:spcPct val="100000"/>
                        </a:lnSpc>
                        <a:tabLst>
                          <a:tab algn="l" pos="0"/>
                        </a:tabLst>
                      </a:pPr>
                      <a:r>
                        <a:rPr b="0" lang="en-US" sz="900" spc="-1" strike="noStrike">
                          <a:solidFill>
                            <a:srgbClr val="000000"/>
                          </a:solidFill>
                          <a:latin typeface="Arial"/>
                          <a:ea typeface="Arial"/>
                        </a:rPr>
                        <a:t>33455654</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Julio Suarez</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bl>
          </a:graphicData>
        </a:graphic>
      </p:graphicFrame>
      <p:graphicFrame>
        <p:nvGraphicFramePr>
          <p:cNvPr id="184" name="Google Shape;257;p32"/>
          <p:cNvGraphicFramePr/>
          <p:nvPr/>
        </p:nvGraphicFramePr>
        <p:xfrm>
          <a:off x="2201400" y="656640"/>
          <a:ext cx="2349000" cy="816120"/>
        </p:xfrm>
        <a:graphic>
          <a:graphicData uri="http://schemas.openxmlformats.org/drawingml/2006/table">
            <a:tbl>
              <a:tblPr/>
              <a:tblGrid>
                <a:gridCol w="860760"/>
                <a:gridCol w="1095840"/>
                <a:gridCol w="392400"/>
              </a:tblGrid>
              <a:tr h="289440">
                <a:tc>
                  <a:txBody>
                    <a:bodyPr lIns="90000" rIns="90000" anchor="t">
                      <a:noAutofit/>
                    </a:bodyPr>
                    <a:p>
                      <a:pPr>
                        <a:lnSpc>
                          <a:spcPct val="100000"/>
                        </a:lnSpc>
                        <a:tabLst>
                          <a:tab algn="l" pos="0"/>
                        </a:tabLst>
                      </a:pPr>
                      <a:r>
                        <a:rPr b="0" lang="en-US" sz="900" spc="-1" strike="noStrike">
                          <a:solidFill>
                            <a:srgbClr val="000000"/>
                          </a:solidFill>
                          <a:latin typeface="Arial"/>
                          <a:ea typeface="Arial"/>
                        </a:rPr>
                        <a:t>Nombre_club</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año_fundacion</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id</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r>
              <a:tr h="280440">
                <a:tc>
                  <a:txBody>
                    <a:bodyPr lIns="90000" rIns="90000" anchor="t">
                      <a:noAutofit/>
                    </a:bodyPr>
                    <a:p>
                      <a:pPr>
                        <a:lnSpc>
                          <a:spcPct val="100000"/>
                        </a:lnSpc>
                        <a:tabLst>
                          <a:tab algn="l" pos="0"/>
                        </a:tabLst>
                      </a:pPr>
                      <a:r>
                        <a:rPr b="0" lang="en-US" sz="900" spc="-1" strike="noStrike">
                          <a:solidFill>
                            <a:srgbClr val="000000"/>
                          </a:solidFill>
                          <a:latin typeface="Arial"/>
                          <a:ea typeface="Arial"/>
                        </a:rPr>
                        <a:t>River Plate</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1901</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r h="246240">
                <a:tc>
                  <a:txBody>
                    <a:bodyPr lIns="90000" rIns="90000" anchor="t">
                      <a:noAutofit/>
                    </a:bodyPr>
                    <a:p>
                      <a:pPr>
                        <a:lnSpc>
                          <a:spcPct val="100000"/>
                        </a:lnSpc>
                        <a:tabLst>
                          <a:tab algn="l" pos="0"/>
                        </a:tabLst>
                      </a:pPr>
                      <a:r>
                        <a:rPr b="0" lang="en-US" sz="900" spc="-1" strike="noStrike">
                          <a:solidFill>
                            <a:srgbClr val="000000"/>
                          </a:solidFill>
                          <a:latin typeface="Arial"/>
                          <a:ea typeface="Arial"/>
                        </a:rPr>
                        <a:t>Boca Juniors</a:t>
                      </a:r>
                      <a:endParaRPr b="0" lang="en-US" sz="900" spc="-1" strike="noStrike">
                        <a:solidFill>
                          <a:srgbClr val="000000"/>
                        </a:solidFill>
                        <a:latin typeface="Arial"/>
                      </a:endParaRPr>
                    </a:p>
                  </a:txBody>
                  <a:tcPr anchor="t" marL="90000" marR="90000">
                    <a:lnL>
                      <a:noFill/>
                    </a:lnL>
                    <a:lnR>
                      <a:noFill/>
                    </a:lnR>
                    <a:lnT>
                      <a:noFill/>
                    </a:lnT>
                    <a:lnB>
                      <a:noFill/>
                    </a:lnB>
                    <a:solidFill>
                      <a:srgbClr val="e6e6e6"/>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1905</a:t>
                      </a:r>
                      <a:endParaRPr b="0" lang="en-US" sz="900" spc="-1" strike="noStrike">
                        <a:solidFill>
                          <a:srgbClr val="000000"/>
                        </a:solidFill>
                        <a:latin typeface="Arial"/>
                      </a:endParaRPr>
                    </a:p>
                  </a:txBody>
                  <a:tcPr anchor="t" marL="90000" marR="90000">
                    <a:lnL>
                      <a:noFill/>
                    </a:lnL>
                    <a:lnR>
                      <a:noFill/>
                    </a:lnR>
                    <a:lnT>
                      <a:noFill/>
                    </a:lnT>
                    <a:lnB>
                      <a:noFill/>
                    </a:lnB>
                    <a:solidFill>
                      <a:srgbClr val="e6e6e6"/>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2</a:t>
                      </a:r>
                      <a:endParaRPr b="0" lang="en-US" sz="900" spc="-1" strike="noStrike">
                        <a:solidFill>
                          <a:srgbClr val="000000"/>
                        </a:solidFill>
                        <a:latin typeface="Arial"/>
                      </a:endParaRPr>
                    </a:p>
                  </a:txBody>
                  <a:tcPr anchor="t" marL="90000" marR="90000">
                    <a:lnL>
                      <a:noFill/>
                    </a:lnL>
                    <a:lnR>
                      <a:noFill/>
                    </a:lnR>
                    <a:lnT>
                      <a:noFill/>
                    </a:lnT>
                    <a:lnB>
                      <a:noFill/>
                    </a:lnB>
                    <a:solidFill>
                      <a:srgbClr val="e6e6e6"/>
                    </a:solidFill>
                  </a:tcPr>
                </a:tc>
              </a:tr>
            </a:tbl>
          </a:graphicData>
        </a:graphic>
      </p:graphicFrame>
      <p:graphicFrame>
        <p:nvGraphicFramePr>
          <p:cNvPr id="185" name="Google Shape;258;p32"/>
          <p:cNvGraphicFramePr/>
          <p:nvPr/>
        </p:nvGraphicFramePr>
        <p:xfrm>
          <a:off x="49320" y="2098080"/>
          <a:ext cx="4362120" cy="1043280"/>
        </p:xfrm>
        <a:graphic>
          <a:graphicData uri="http://schemas.openxmlformats.org/drawingml/2006/table">
            <a:tbl>
              <a:tblPr/>
              <a:tblGrid>
                <a:gridCol w="801000"/>
                <a:gridCol w="1144800"/>
                <a:gridCol w="579600"/>
                <a:gridCol w="873720"/>
                <a:gridCol w="962280"/>
              </a:tblGrid>
              <a:tr h="355320">
                <a:tc>
                  <a:txBody>
                    <a:bodyPr lIns="90000" rIns="90000" anchor="t">
                      <a:noAutofit/>
                    </a:bodyPr>
                    <a:p>
                      <a:pPr>
                        <a:lnSpc>
                          <a:spcPct val="100000"/>
                        </a:lnSpc>
                        <a:tabLst>
                          <a:tab algn="l" pos="0"/>
                        </a:tabLst>
                      </a:pPr>
                      <a:r>
                        <a:rPr b="0" lang="en-US" sz="900" spc="-1" strike="noStrike">
                          <a:solidFill>
                            <a:srgbClr val="000000"/>
                          </a:solidFill>
                          <a:latin typeface="Arial"/>
                          <a:ea typeface="Arial"/>
                        </a:rPr>
                        <a:t>DNI</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Nombre_apellido</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id_club</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Nombre_club</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año_fundacion</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r>
              <a:tr h="222120">
                <a:tc>
                  <a:txBody>
                    <a:bodyPr lIns="90000" rIns="90000" anchor="t">
                      <a:noAutofit/>
                    </a:bodyPr>
                    <a:p>
                      <a:pPr>
                        <a:lnSpc>
                          <a:spcPct val="100000"/>
                        </a:lnSpc>
                        <a:tabLst>
                          <a:tab algn="l" pos="0"/>
                        </a:tabLst>
                      </a:pPr>
                      <a:r>
                        <a:rPr b="0" lang="en-US" sz="900" spc="-1" strike="noStrike">
                          <a:solidFill>
                            <a:srgbClr val="000000"/>
                          </a:solidFill>
                          <a:latin typeface="Arial"/>
                          <a:ea typeface="Arial"/>
                        </a:rPr>
                        <a:t>41555676</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Juan Perez</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River Plate</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1901</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r h="222120">
                <a:tc>
                  <a:txBody>
                    <a:bodyPr lIns="90000" rIns="90000" anchor="t">
                      <a:noAutofit/>
                    </a:bodyPr>
                    <a:p>
                      <a:pPr>
                        <a:lnSpc>
                          <a:spcPct val="100000"/>
                        </a:lnSpc>
                        <a:tabLst>
                          <a:tab algn="l" pos="0"/>
                        </a:tabLst>
                      </a:pPr>
                      <a:r>
                        <a:rPr b="0" lang="en-US" sz="900" spc="-1" strike="noStrike">
                          <a:solidFill>
                            <a:srgbClr val="000000"/>
                          </a:solidFill>
                          <a:latin typeface="Arial"/>
                          <a:ea typeface="Arial"/>
                        </a:rPr>
                        <a:t>33455654</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Julio Suarez</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River Plate</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1901</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r>
              <a:tr h="222120">
                <a:tc>
                  <a:txBody>
                    <a:bodyPr lIns="90000" rIns="90000" anchor="t">
                      <a:noAutofit/>
                    </a:bodyPr>
                    <a:p>
                      <a:pPr>
                        <a:lnSpc>
                          <a:spcPct val="100000"/>
                        </a:lnSpc>
                        <a:tabLst>
                          <a:tab algn="l" pos="0"/>
                        </a:tabLst>
                      </a:pPr>
                      <a:r>
                        <a:rPr b="0" lang="en-US" sz="900" spc="-1" strike="noStrike">
                          <a:solidFill>
                            <a:srgbClr val="000000"/>
                          </a:solidFill>
                          <a:latin typeface="Arial"/>
                          <a:ea typeface="Arial"/>
                        </a:rPr>
                        <a:t>null</a:t>
                      </a:r>
                      <a:endParaRPr b="0" lang="en-US" sz="900" spc="-1" strike="noStrike">
                        <a:solidFill>
                          <a:srgbClr val="ffffff"/>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ff0000"/>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null</a:t>
                      </a:r>
                      <a:endParaRPr b="0" lang="en-US" sz="900" spc="-1" strike="noStrike">
                        <a:solidFill>
                          <a:srgbClr val="ffffff"/>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ff0000"/>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2</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Boca Juniors</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1905</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bl>
          </a:graphicData>
        </a:graphic>
      </p:graphicFrame>
    </p:spTree>
  </p:cSld>
  <p:transition>
    <p:fade thruBlk="true"/>
  </p:transition>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Google Shape;263;p33"/>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187" name="PlaceHolder 1"/>
          <p:cNvSpPr>
            <a:spLocks noGrp="1"/>
          </p:cNvSpPr>
          <p:nvPr>
            <p:ph type="sldNum" idx="40"/>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007699C0-055B-48AC-BF46-39BF78629B51}"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188" name="Google Shape;265;p33"/>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189" name="Google Shape;266;p33" descr="di_tella2.png"/>
          <p:cNvPicPr/>
          <p:nvPr/>
        </p:nvPicPr>
        <p:blipFill>
          <a:blip r:embed="rId1"/>
          <a:stretch/>
        </p:blipFill>
        <p:spPr>
          <a:xfrm>
            <a:off x="4061520" y="1800"/>
            <a:ext cx="548280" cy="340200"/>
          </a:xfrm>
          <a:prstGeom prst="rect">
            <a:avLst/>
          </a:prstGeom>
          <a:ln w="0">
            <a:noFill/>
          </a:ln>
        </p:spPr>
      </p:pic>
      <p:sp>
        <p:nvSpPr>
          <p:cNvPr id="190" name="Google Shape;267;p33"/>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191" name="Google Shape;268;p33"/>
          <p:cNvSpPr/>
          <p:nvPr/>
        </p:nvSpPr>
        <p:spPr>
          <a:xfrm>
            <a:off x="0" y="432720"/>
            <a:ext cx="4001040" cy="2764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chemeClr val="dk1"/>
                </a:solidFill>
                <a:latin typeface="Arial"/>
                <a:ea typeface="Arial"/>
              </a:rPr>
              <a:t>Outer Join</a:t>
            </a:r>
            <a:endParaRPr b="0" lang="en-US" sz="1500" spc="-1" strike="noStrike">
              <a:solidFill>
                <a:srgbClr val="000000"/>
              </a:solidFill>
              <a:latin typeface="Arial"/>
            </a:endParaRPr>
          </a:p>
          <a:p>
            <a:pPr>
              <a:lnSpc>
                <a:spcPct val="90000"/>
              </a:lnSpc>
              <a:tabLst>
                <a:tab algn="l" pos="0"/>
              </a:tabLst>
            </a:pPr>
            <a:endParaRPr b="0" lang="en-US" sz="1500" spc="-1" strike="noStrike">
              <a:solidFill>
                <a:srgbClr val="000000"/>
              </a:solidFill>
              <a:latin typeface="Arial"/>
            </a:endParaRPr>
          </a:p>
        </p:txBody>
      </p:sp>
      <p:graphicFrame>
        <p:nvGraphicFramePr>
          <p:cNvPr id="192" name="Google Shape;269;p33"/>
          <p:cNvGraphicFramePr/>
          <p:nvPr/>
        </p:nvGraphicFramePr>
        <p:xfrm>
          <a:off x="49320" y="616680"/>
          <a:ext cx="2031480" cy="1440720"/>
        </p:xfrm>
        <a:graphic>
          <a:graphicData uri="http://schemas.openxmlformats.org/drawingml/2006/table">
            <a:tbl>
              <a:tblPr/>
              <a:tblGrid>
                <a:gridCol w="710280"/>
                <a:gridCol w="725760"/>
                <a:gridCol w="595440"/>
              </a:tblGrid>
              <a:tr h="340200">
                <a:tc>
                  <a:txBody>
                    <a:bodyPr lIns="90000" rIns="90000" anchor="t">
                      <a:noAutofit/>
                    </a:bodyPr>
                    <a:p>
                      <a:pPr>
                        <a:lnSpc>
                          <a:spcPct val="100000"/>
                        </a:lnSpc>
                        <a:tabLst>
                          <a:tab algn="l" pos="0"/>
                        </a:tabLst>
                      </a:pPr>
                      <a:r>
                        <a:rPr b="0" lang="en-US" sz="900" spc="-1" strike="noStrike">
                          <a:solidFill>
                            <a:srgbClr val="000000"/>
                          </a:solidFill>
                          <a:latin typeface="Arial"/>
                          <a:ea typeface="Arial"/>
                        </a:rPr>
                        <a:t>DNI</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Nombre</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id_club</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r>
              <a:tr h="209160">
                <a:tc>
                  <a:txBody>
                    <a:bodyPr lIns="90000" rIns="90000" anchor="t">
                      <a:noAutofit/>
                    </a:bodyPr>
                    <a:p>
                      <a:pPr>
                        <a:lnSpc>
                          <a:spcPct val="100000"/>
                        </a:lnSpc>
                        <a:tabLst>
                          <a:tab algn="l" pos="0"/>
                        </a:tabLst>
                      </a:pPr>
                      <a:r>
                        <a:rPr b="0" lang="en-US" sz="900" spc="-1" strike="noStrike">
                          <a:solidFill>
                            <a:srgbClr val="000000"/>
                          </a:solidFill>
                          <a:latin typeface="Arial"/>
                          <a:ea typeface="Arial"/>
                        </a:rPr>
                        <a:t>41555676</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Juan Perez</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r h="209160">
                <a:tc>
                  <a:txBody>
                    <a:bodyPr lIns="90000" rIns="90000" anchor="t">
                      <a:noAutofit/>
                    </a:bodyPr>
                    <a:p>
                      <a:pPr>
                        <a:lnSpc>
                          <a:spcPct val="100000"/>
                        </a:lnSpc>
                        <a:tabLst>
                          <a:tab algn="l" pos="0"/>
                        </a:tabLst>
                      </a:pPr>
                      <a:r>
                        <a:rPr b="0" lang="en-US" sz="900" spc="-1" strike="noStrike">
                          <a:solidFill>
                            <a:srgbClr val="000000"/>
                          </a:solidFill>
                          <a:latin typeface="Arial"/>
                          <a:ea typeface="Arial"/>
                        </a:rPr>
                        <a:t>38999432</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Damian Lopez</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4</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r>
              <a:tr h="209160">
                <a:tc>
                  <a:txBody>
                    <a:bodyPr lIns="90000" rIns="90000" anchor="t">
                      <a:noAutofit/>
                    </a:bodyPr>
                    <a:p>
                      <a:pPr>
                        <a:lnSpc>
                          <a:spcPct val="100000"/>
                        </a:lnSpc>
                        <a:tabLst>
                          <a:tab algn="l" pos="0"/>
                        </a:tabLst>
                      </a:pPr>
                      <a:r>
                        <a:rPr b="0" lang="en-US" sz="900" spc="-1" strike="noStrike">
                          <a:solidFill>
                            <a:srgbClr val="000000"/>
                          </a:solidFill>
                          <a:latin typeface="Arial"/>
                          <a:ea typeface="Arial"/>
                        </a:rPr>
                        <a:t>33455654</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Julio Suarez</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bl>
          </a:graphicData>
        </a:graphic>
      </p:graphicFrame>
      <p:graphicFrame>
        <p:nvGraphicFramePr>
          <p:cNvPr id="193" name="Google Shape;270;p33"/>
          <p:cNvGraphicFramePr/>
          <p:nvPr/>
        </p:nvGraphicFramePr>
        <p:xfrm>
          <a:off x="2201400" y="656640"/>
          <a:ext cx="2349000" cy="816120"/>
        </p:xfrm>
        <a:graphic>
          <a:graphicData uri="http://schemas.openxmlformats.org/drawingml/2006/table">
            <a:tbl>
              <a:tblPr/>
              <a:tblGrid>
                <a:gridCol w="860760"/>
                <a:gridCol w="1095840"/>
                <a:gridCol w="392400"/>
              </a:tblGrid>
              <a:tr h="289440">
                <a:tc>
                  <a:txBody>
                    <a:bodyPr lIns="90000" rIns="90000" anchor="t">
                      <a:noAutofit/>
                    </a:bodyPr>
                    <a:p>
                      <a:pPr>
                        <a:lnSpc>
                          <a:spcPct val="100000"/>
                        </a:lnSpc>
                        <a:tabLst>
                          <a:tab algn="l" pos="0"/>
                        </a:tabLst>
                      </a:pPr>
                      <a:r>
                        <a:rPr b="0" lang="en-US" sz="900" spc="-1" strike="noStrike">
                          <a:solidFill>
                            <a:srgbClr val="000000"/>
                          </a:solidFill>
                          <a:latin typeface="Arial"/>
                          <a:ea typeface="Arial"/>
                        </a:rPr>
                        <a:t>Nombre_club</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año_fundacion</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id</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r>
              <a:tr h="280440">
                <a:tc>
                  <a:txBody>
                    <a:bodyPr lIns="90000" rIns="90000" anchor="t">
                      <a:noAutofit/>
                    </a:bodyPr>
                    <a:p>
                      <a:pPr>
                        <a:lnSpc>
                          <a:spcPct val="100000"/>
                        </a:lnSpc>
                        <a:tabLst>
                          <a:tab algn="l" pos="0"/>
                        </a:tabLst>
                      </a:pPr>
                      <a:r>
                        <a:rPr b="0" lang="en-US" sz="900" spc="-1" strike="noStrike">
                          <a:solidFill>
                            <a:srgbClr val="000000"/>
                          </a:solidFill>
                          <a:latin typeface="Arial"/>
                          <a:ea typeface="Arial"/>
                        </a:rPr>
                        <a:t>River Plate</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1901</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a:t>
                      </a:r>
                      <a:endParaRPr b="0" lang="en-US" sz="9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r h="246240">
                <a:tc>
                  <a:txBody>
                    <a:bodyPr lIns="90000" rIns="90000" anchor="t">
                      <a:noAutofit/>
                    </a:bodyPr>
                    <a:p>
                      <a:pPr>
                        <a:lnSpc>
                          <a:spcPct val="100000"/>
                        </a:lnSpc>
                        <a:tabLst>
                          <a:tab algn="l" pos="0"/>
                        </a:tabLst>
                      </a:pPr>
                      <a:r>
                        <a:rPr b="0" lang="en-US" sz="900" spc="-1" strike="noStrike">
                          <a:solidFill>
                            <a:srgbClr val="000000"/>
                          </a:solidFill>
                          <a:latin typeface="Arial"/>
                          <a:ea typeface="Arial"/>
                        </a:rPr>
                        <a:t>Boca Juniors</a:t>
                      </a:r>
                      <a:endParaRPr b="0" lang="en-US" sz="900" spc="-1" strike="noStrike">
                        <a:solidFill>
                          <a:srgbClr val="000000"/>
                        </a:solidFill>
                        <a:latin typeface="Arial"/>
                      </a:endParaRPr>
                    </a:p>
                  </a:txBody>
                  <a:tcPr anchor="t" marL="90000" marR="90000">
                    <a:lnL>
                      <a:noFill/>
                    </a:lnL>
                    <a:lnR>
                      <a:noFill/>
                    </a:lnR>
                    <a:lnT>
                      <a:noFill/>
                    </a:lnT>
                    <a:lnB>
                      <a:noFill/>
                    </a:lnB>
                    <a:solidFill>
                      <a:srgbClr val="e6e6e6"/>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1905</a:t>
                      </a:r>
                      <a:endParaRPr b="0" lang="en-US" sz="900" spc="-1" strike="noStrike">
                        <a:solidFill>
                          <a:srgbClr val="000000"/>
                        </a:solidFill>
                        <a:latin typeface="Arial"/>
                      </a:endParaRPr>
                    </a:p>
                  </a:txBody>
                  <a:tcPr anchor="t" marL="90000" marR="90000">
                    <a:lnL>
                      <a:noFill/>
                    </a:lnL>
                    <a:lnR>
                      <a:noFill/>
                    </a:lnR>
                    <a:lnT>
                      <a:noFill/>
                    </a:lnT>
                    <a:lnB>
                      <a:noFill/>
                    </a:lnB>
                    <a:solidFill>
                      <a:srgbClr val="e6e6e6"/>
                    </a:solidFill>
                  </a:tcPr>
                </a:tc>
                <a:tc>
                  <a:txBody>
                    <a:bodyPr lIns="90000" rIns="90000" anchor="t">
                      <a:noAutofit/>
                    </a:bodyPr>
                    <a:p>
                      <a:pPr>
                        <a:lnSpc>
                          <a:spcPct val="100000"/>
                        </a:lnSpc>
                        <a:tabLst>
                          <a:tab algn="l" pos="0"/>
                        </a:tabLst>
                      </a:pPr>
                      <a:r>
                        <a:rPr b="0" lang="en-US" sz="900" spc="-1" strike="noStrike">
                          <a:solidFill>
                            <a:srgbClr val="000000"/>
                          </a:solidFill>
                          <a:latin typeface="Arial"/>
                          <a:ea typeface="Arial"/>
                        </a:rPr>
                        <a:t>2</a:t>
                      </a:r>
                      <a:endParaRPr b="0" lang="en-US" sz="900" spc="-1" strike="noStrike">
                        <a:solidFill>
                          <a:srgbClr val="000000"/>
                        </a:solidFill>
                        <a:latin typeface="Arial"/>
                      </a:endParaRPr>
                    </a:p>
                  </a:txBody>
                  <a:tcPr anchor="t" marL="90000" marR="90000">
                    <a:lnL>
                      <a:noFill/>
                    </a:lnL>
                    <a:lnR>
                      <a:noFill/>
                    </a:lnR>
                    <a:lnT>
                      <a:noFill/>
                    </a:lnT>
                    <a:lnB>
                      <a:noFill/>
                    </a:lnB>
                    <a:solidFill>
                      <a:srgbClr val="e6e6e6"/>
                    </a:solidFill>
                  </a:tcPr>
                </a:tc>
              </a:tr>
            </a:tbl>
          </a:graphicData>
        </a:graphic>
      </p:graphicFrame>
      <p:graphicFrame>
        <p:nvGraphicFramePr>
          <p:cNvPr id="194" name="Google Shape;271;p33"/>
          <p:cNvGraphicFramePr/>
          <p:nvPr/>
        </p:nvGraphicFramePr>
        <p:xfrm>
          <a:off x="105840" y="2090520"/>
          <a:ext cx="4398120" cy="1067400"/>
        </p:xfrm>
        <a:graphic>
          <a:graphicData uri="http://schemas.openxmlformats.org/drawingml/2006/table">
            <a:tbl>
              <a:tblPr/>
              <a:tblGrid>
                <a:gridCol w="807840"/>
                <a:gridCol w="1154520"/>
                <a:gridCol w="531000"/>
                <a:gridCol w="934200"/>
                <a:gridCol w="970200"/>
              </a:tblGrid>
              <a:tr h="185400">
                <a:tc>
                  <a:txBody>
                    <a:bodyPr lIns="90000" rIns="90000" anchor="t">
                      <a:noAutofit/>
                    </a:bodyPr>
                    <a:p>
                      <a:pPr>
                        <a:lnSpc>
                          <a:spcPct val="100000"/>
                        </a:lnSpc>
                        <a:tabLst>
                          <a:tab algn="l" pos="0"/>
                        </a:tabLst>
                      </a:pPr>
                      <a:r>
                        <a:rPr b="0" lang="en-US" sz="800" spc="-1" strike="noStrike">
                          <a:solidFill>
                            <a:srgbClr val="000000"/>
                          </a:solidFill>
                          <a:latin typeface="Arial"/>
                          <a:ea typeface="Arial"/>
                        </a:rPr>
                        <a:t>DNI</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Nombre_apellido</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id_club</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Nombre</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año_fundacion</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r>
              <a:tr h="185400">
                <a:tc>
                  <a:txBody>
                    <a:bodyPr lIns="90000" rIns="90000" anchor="t">
                      <a:noAutofit/>
                    </a:bodyPr>
                    <a:p>
                      <a:pPr>
                        <a:lnSpc>
                          <a:spcPct val="100000"/>
                        </a:lnSpc>
                        <a:tabLst>
                          <a:tab algn="l" pos="0"/>
                        </a:tabLst>
                      </a:pPr>
                      <a:r>
                        <a:rPr b="0" lang="en-US" sz="800" spc="-1" strike="noStrike">
                          <a:solidFill>
                            <a:srgbClr val="000000"/>
                          </a:solidFill>
                          <a:latin typeface="Arial"/>
                          <a:ea typeface="Arial"/>
                        </a:rPr>
                        <a:t>41555676</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Juan Perez</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1</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River Plate</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1901</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r h="185400">
                <a:tc>
                  <a:txBody>
                    <a:bodyPr lIns="90000" rIns="90000" anchor="t">
                      <a:noAutofit/>
                    </a:bodyPr>
                    <a:p>
                      <a:pPr>
                        <a:lnSpc>
                          <a:spcPct val="100000"/>
                        </a:lnSpc>
                        <a:tabLst>
                          <a:tab algn="l" pos="0"/>
                        </a:tabLst>
                      </a:pPr>
                      <a:r>
                        <a:rPr b="0" lang="en-US" sz="800" spc="-1" strike="noStrike">
                          <a:solidFill>
                            <a:srgbClr val="000000"/>
                          </a:solidFill>
                          <a:latin typeface="Arial"/>
                          <a:ea typeface="Arial"/>
                        </a:rPr>
                        <a:t>38999432</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Damian Lopez</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4</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null</a:t>
                      </a:r>
                      <a:endParaRPr b="0" lang="en-US" sz="800" spc="-1" strike="noStrike">
                        <a:solidFill>
                          <a:srgbClr val="ffffff"/>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ff0000"/>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null</a:t>
                      </a:r>
                      <a:endParaRPr b="0" lang="en-US" sz="800" spc="-1" strike="noStrike">
                        <a:solidFill>
                          <a:srgbClr val="ffffff"/>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ff0000"/>
                    </a:solidFill>
                  </a:tcPr>
                </a:tc>
              </a:tr>
              <a:tr h="185400">
                <a:tc>
                  <a:txBody>
                    <a:bodyPr lIns="90000" rIns="90000" anchor="t">
                      <a:noAutofit/>
                    </a:bodyPr>
                    <a:p>
                      <a:pPr>
                        <a:lnSpc>
                          <a:spcPct val="100000"/>
                        </a:lnSpc>
                        <a:tabLst>
                          <a:tab algn="l" pos="0"/>
                        </a:tabLst>
                      </a:pPr>
                      <a:r>
                        <a:rPr b="0" lang="en-US" sz="800" spc="-1" strike="noStrike">
                          <a:solidFill>
                            <a:srgbClr val="000000"/>
                          </a:solidFill>
                          <a:latin typeface="Arial"/>
                          <a:ea typeface="Arial"/>
                        </a:rPr>
                        <a:t>33455654</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Julio Suarez</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1</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River Plate</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1901</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r h="115920">
                <a:tc>
                  <a:txBody>
                    <a:bodyPr lIns="90000" rIns="90000" anchor="t">
                      <a:noAutofit/>
                    </a:bodyPr>
                    <a:p>
                      <a:pPr>
                        <a:lnSpc>
                          <a:spcPct val="100000"/>
                        </a:lnSpc>
                        <a:tabLst>
                          <a:tab algn="l" pos="0"/>
                        </a:tabLst>
                      </a:pPr>
                      <a:r>
                        <a:rPr b="0" lang="en-US" sz="800" spc="-1" strike="noStrike">
                          <a:solidFill>
                            <a:srgbClr val="000000"/>
                          </a:solidFill>
                          <a:latin typeface="Arial"/>
                          <a:ea typeface="Arial"/>
                        </a:rPr>
                        <a:t>null</a:t>
                      </a:r>
                      <a:endParaRPr b="0" lang="en-US" sz="800" spc="-1" strike="noStrike">
                        <a:solidFill>
                          <a:srgbClr val="ffffff"/>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ff0000"/>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null</a:t>
                      </a:r>
                      <a:endParaRPr b="0" lang="en-US" sz="800" spc="-1" strike="noStrike">
                        <a:solidFill>
                          <a:srgbClr val="ffffff"/>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ff0000"/>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2</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Boca Juniors</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1905</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r>
            </a:tbl>
          </a:graphicData>
        </a:graphic>
      </p:graphicFrame>
    </p:spTree>
  </p:cSld>
  <p:transition>
    <p:fade thruBlk="true"/>
  </p:transition>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Google Shape;289;p35"/>
          <p:cNvSpPr/>
          <p:nvPr/>
        </p:nvSpPr>
        <p:spPr>
          <a:xfrm>
            <a:off x="1129680" y="1618560"/>
            <a:ext cx="3231360" cy="194040"/>
          </a:xfrm>
          <a:prstGeom prst="rect">
            <a:avLst/>
          </a:prstGeom>
          <a:noFill/>
          <a:ln w="0">
            <a:noFill/>
          </a:ln>
        </p:spPr>
        <p:style>
          <a:lnRef idx="0"/>
          <a:fillRef idx="0"/>
          <a:effectRef idx="0"/>
          <a:fontRef idx="minor"/>
        </p:style>
        <p:txBody>
          <a:bodyPr lIns="0" rIns="0" tIns="11520" bIns="0" anchor="t">
            <a:spAutoFit/>
          </a:bodyPr>
          <a:p>
            <a:pPr marL="12600">
              <a:lnSpc>
                <a:spcPct val="100000"/>
              </a:lnSpc>
              <a:tabLst>
                <a:tab algn="l" pos="0"/>
              </a:tabLst>
            </a:pPr>
            <a:r>
              <a:rPr b="0" lang="en-US" sz="1200" spc="-1" strike="noStrike">
                <a:solidFill>
                  <a:srgbClr val="f4f2ed"/>
                </a:solidFill>
                <a:latin typeface="Calibri"/>
                <a:ea typeface="Calibri"/>
              </a:rPr>
              <a:t>OPERACIONES DE CONJUNTO CON TABLAS</a:t>
            </a:r>
            <a:endParaRPr b="0" lang="en-US" sz="1200" spc="-1" strike="noStrike">
              <a:solidFill>
                <a:srgbClr val="000000"/>
              </a:solidFill>
              <a:latin typeface="Arial"/>
            </a:endParaRPr>
          </a:p>
        </p:txBody>
      </p:sp>
      <p:grpSp>
        <p:nvGrpSpPr>
          <p:cNvPr id="196" name="Google Shape;290;p35"/>
          <p:cNvGrpSpPr/>
          <p:nvPr/>
        </p:nvGrpSpPr>
        <p:grpSpPr>
          <a:xfrm>
            <a:off x="1139760" y="1816560"/>
            <a:ext cx="2340360" cy="25200"/>
            <a:chOff x="1139760" y="1816560"/>
            <a:chExt cx="2340360" cy="25200"/>
          </a:xfrm>
        </p:grpSpPr>
        <p:sp>
          <p:nvSpPr>
            <p:cNvPr id="197" name="Google Shape;291;p35"/>
            <p:cNvSpPr/>
            <p:nvPr/>
          </p:nvSpPr>
          <p:spPr>
            <a:xfrm>
              <a:off x="1139760" y="1816560"/>
              <a:ext cx="2340360" cy="25200"/>
            </a:xfrm>
            <a:custGeom>
              <a:avLst/>
              <a:gdLst>
                <a:gd name="textAreaLeft" fmla="*/ 0 w 2340360"/>
                <a:gd name="textAreaRight" fmla="*/ 2340720 w 2340360"/>
                <a:gd name="textAreaTop" fmla="*/ 0 h 25200"/>
                <a:gd name="textAreaBottom" fmla="*/ 25560 h 25200"/>
              </a:gdLst>
              <a:ahLst/>
              <a:rect l="textAreaLeft" t="textAreaTop" r="textAreaRight" b="textAreaBottom"/>
              <a:pathLst>
                <a:path w="2340610" h="25400">
                  <a:moveTo>
                    <a:pt x="0" y="25305"/>
                  </a:moveTo>
                  <a:lnTo>
                    <a:pt x="0" y="0"/>
                  </a:lnTo>
                  <a:lnTo>
                    <a:pt x="2340180" y="0"/>
                  </a:lnTo>
                  <a:lnTo>
                    <a:pt x="2340180" y="25305"/>
                  </a:lnTo>
                  <a:lnTo>
                    <a:pt x="0" y="25305"/>
                  </a:lnTo>
                  <a:close/>
                </a:path>
              </a:pathLst>
            </a:custGeom>
            <a:solidFill>
              <a:srgbClr val="f4f2ed"/>
            </a:solidFill>
            <a:ln w="0">
              <a:noFill/>
            </a:ln>
            <a:effectLst>
              <a:outerShdw algn="bl" blurRad="57240" dir="5400000" dist="19080" rotWithShape="0">
                <a:srgbClr val="000000">
                  <a:alpha val="50000"/>
                </a:srgbClr>
              </a:outerShdw>
            </a:effectLst>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98" name="Google Shape;292;p35"/>
            <p:cNvSpPr/>
            <p:nvPr/>
          </p:nvSpPr>
          <p:spPr>
            <a:xfrm>
              <a:off x="1139760" y="1816560"/>
              <a:ext cx="2340360" cy="25200"/>
            </a:xfrm>
            <a:custGeom>
              <a:avLst/>
              <a:gdLst>
                <a:gd name="textAreaLeft" fmla="*/ 0 w 2340360"/>
                <a:gd name="textAreaRight" fmla="*/ 2340720 w 2340360"/>
                <a:gd name="textAreaTop" fmla="*/ 0 h 25200"/>
                <a:gd name="textAreaBottom" fmla="*/ 25560 h 25200"/>
              </a:gdLst>
              <a:ahLst/>
              <a:rect l="textAreaLeft" t="textAreaTop" r="textAreaRight" b="textAreaBottom"/>
              <a:pathLst>
                <a:path w="2340610" h="25400">
                  <a:moveTo>
                    <a:pt x="0" y="25305"/>
                  </a:moveTo>
                  <a:lnTo>
                    <a:pt x="0" y="0"/>
                  </a:lnTo>
                  <a:lnTo>
                    <a:pt x="2340180" y="0"/>
                  </a:lnTo>
                  <a:lnTo>
                    <a:pt x="2340180" y="25305"/>
                  </a:lnTo>
                  <a:lnTo>
                    <a:pt x="0" y="25305"/>
                  </a:lnTo>
                  <a:close/>
                </a:path>
              </a:pathLst>
            </a:custGeom>
            <a:noFill/>
            <a:ln w="9525">
              <a:solidFill>
                <a:srgbClr val="f4f2ed"/>
              </a:solidFill>
              <a:round/>
            </a:ln>
            <a:effectLst>
              <a:outerShdw algn="bl" blurRad="57240" dir="5400000" dist="19080" rotWithShape="0">
                <a:srgbClr val="000000">
                  <a:alpha val="50000"/>
                </a:srgbClr>
              </a:outerShdw>
            </a:effectLst>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99" name="Google Shape;293;p35"/>
            <p:cNvSpPr/>
            <p:nvPr/>
          </p:nvSpPr>
          <p:spPr>
            <a:xfrm>
              <a:off x="1139760" y="1816560"/>
              <a:ext cx="304920" cy="25200"/>
            </a:xfrm>
            <a:custGeom>
              <a:avLst/>
              <a:gdLst>
                <a:gd name="textAreaLeft" fmla="*/ 0 w 304920"/>
                <a:gd name="textAreaRight" fmla="*/ 305280 w 304920"/>
                <a:gd name="textAreaTop" fmla="*/ 0 h 25200"/>
                <a:gd name="textAreaBottom" fmla="*/ 25560 h 25200"/>
              </a:gdLst>
              <a:ahLst/>
              <a:rect l="textAreaLeft" t="textAreaTop" r="textAreaRight" b="textAreaBottom"/>
              <a:pathLst>
                <a:path w="305434" h="25400">
                  <a:moveTo>
                    <a:pt x="0" y="25305"/>
                  </a:moveTo>
                  <a:lnTo>
                    <a:pt x="0" y="0"/>
                  </a:lnTo>
                  <a:lnTo>
                    <a:pt x="305235" y="0"/>
                  </a:lnTo>
                  <a:lnTo>
                    <a:pt x="305235" y="25305"/>
                  </a:lnTo>
                  <a:lnTo>
                    <a:pt x="0" y="25305"/>
                  </a:lnTo>
                  <a:close/>
                </a:path>
              </a:pathLst>
            </a:custGeom>
            <a:solidFill>
              <a:srgbClr val="006dbf"/>
            </a:solidFill>
            <a:ln w="0">
              <a:noFill/>
            </a:ln>
            <a:effectLst>
              <a:outerShdw algn="bl" blurRad="57240" dir="5400000" dist="19080" rotWithShape="0">
                <a:srgbClr val="000000">
                  <a:alpha val="50000"/>
                </a:srgbClr>
              </a:outerShdw>
            </a:effectLst>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ffffff"/>
                </a:solidFill>
                <a:latin typeface="Arial"/>
              </a:endParaRPr>
            </a:p>
          </p:txBody>
        </p:sp>
        <p:sp>
          <p:nvSpPr>
            <p:cNvPr id="200" name="Google Shape;294;p35"/>
            <p:cNvSpPr/>
            <p:nvPr/>
          </p:nvSpPr>
          <p:spPr>
            <a:xfrm>
              <a:off x="1139760" y="1816560"/>
              <a:ext cx="304920" cy="25200"/>
            </a:xfrm>
            <a:custGeom>
              <a:avLst/>
              <a:gdLst>
                <a:gd name="textAreaLeft" fmla="*/ 0 w 304920"/>
                <a:gd name="textAreaRight" fmla="*/ 305280 w 304920"/>
                <a:gd name="textAreaTop" fmla="*/ 0 h 25200"/>
                <a:gd name="textAreaBottom" fmla="*/ 25560 h 25200"/>
              </a:gdLst>
              <a:ahLst/>
              <a:rect l="textAreaLeft" t="textAreaTop" r="textAreaRight" b="textAreaBottom"/>
              <a:pathLst>
                <a:path w="305434" h="25400">
                  <a:moveTo>
                    <a:pt x="0" y="25305"/>
                  </a:moveTo>
                  <a:lnTo>
                    <a:pt x="0" y="0"/>
                  </a:lnTo>
                  <a:lnTo>
                    <a:pt x="305235" y="0"/>
                  </a:lnTo>
                  <a:lnTo>
                    <a:pt x="305235" y="25305"/>
                  </a:lnTo>
                  <a:lnTo>
                    <a:pt x="0" y="25305"/>
                  </a:lnTo>
                  <a:close/>
                </a:path>
              </a:pathLst>
            </a:custGeom>
            <a:solidFill>
              <a:srgbClr val="ffdc64"/>
            </a:solidFill>
            <a:ln w="9525">
              <a:solidFill>
                <a:srgbClr val="ffdc64"/>
              </a:solidFill>
              <a:round/>
            </a:ln>
            <a:effectLst>
              <a:outerShdw algn="bl" blurRad="57240" dir="5400000" dist="19080" rotWithShape="0">
                <a:srgbClr val="000000">
                  <a:alpha val="50000"/>
                </a:srgbClr>
              </a:outerShdw>
            </a:effectLst>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000000"/>
                </a:solidFill>
                <a:latin typeface="Arial"/>
              </a:endParaRPr>
            </a:p>
          </p:txBody>
        </p:sp>
      </p:grpSp>
    </p:spTree>
  </p:cSld>
  <p:transition>
    <p:fade thruBlk="true"/>
  </p:transition>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Google Shape;299;p36"/>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202" name="PlaceHolder 1"/>
          <p:cNvSpPr>
            <a:spLocks noGrp="1"/>
          </p:cNvSpPr>
          <p:nvPr>
            <p:ph type="sldNum" idx="41"/>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6418AA9D-0CD1-45B7-93F3-1B1A4032F892}"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203" name="Google Shape;301;p36"/>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204" name="Google Shape;302;p36" descr="di_tella2.png"/>
          <p:cNvPicPr/>
          <p:nvPr/>
        </p:nvPicPr>
        <p:blipFill>
          <a:blip r:embed="rId1"/>
          <a:stretch/>
        </p:blipFill>
        <p:spPr>
          <a:xfrm>
            <a:off x="4061520" y="1800"/>
            <a:ext cx="548280" cy="340200"/>
          </a:xfrm>
          <a:prstGeom prst="rect">
            <a:avLst/>
          </a:prstGeom>
          <a:ln w="0">
            <a:noFill/>
          </a:ln>
        </p:spPr>
      </p:pic>
      <p:sp>
        <p:nvSpPr>
          <p:cNvPr id="205" name="Google Shape;303;p36"/>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206" name="Google Shape;304;p36"/>
          <p:cNvSpPr/>
          <p:nvPr/>
        </p:nvSpPr>
        <p:spPr>
          <a:xfrm>
            <a:off x="0" y="432720"/>
            <a:ext cx="4001040" cy="2764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chemeClr val="dk1"/>
                </a:solidFill>
                <a:latin typeface="Arial"/>
                <a:ea typeface="Arial"/>
              </a:rPr>
              <a:t>Operaciones de conjunto</a:t>
            </a:r>
            <a:endParaRPr b="0" lang="en-US" sz="1500" spc="-1" strike="noStrike">
              <a:solidFill>
                <a:srgbClr val="000000"/>
              </a:solidFill>
              <a:latin typeface="Arial"/>
            </a:endParaRPr>
          </a:p>
          <a:p>
            <a:pPr>
              <a:lnSpc>
                <a:spcPct val="90000"/>
              </a:lnSpc>
              <a:tabLst>
                <a:tab algn="l" pos="0"/>
              </a:tabLst>
            </a:pPr>
            <a:endParaRPr b="0" lang="en-US" sz="1500" spc="-1" strike="noStrike">
              <a:solidFill>
                <a:srgbClr val="000000"/>
              </a:solidFill>
              <a:latin typeface="Arial"/>
            </a:endParaRPr>
          </a:p>
        </p:txBody>
      </p:sp>
      <p:sp>
        <p:nvSpPr>
          <p:cNvPr id="207" name="Google Shape;305;p36"/>
          <p:cNvSpPr/>
          <p:nvPr/>
        </p:nvSpPr>
        <p:spPr>
          <a:xfrm>
            <a:off x="29520" y="861120"/>
            <a:ext cx="4550760" cy="1812960"/>
          </a:xfrm>
          <a:prstGeom prst="rect">
            <a:avLst/>
          </a:prstGeom>
          <a:noFill/>
          <a:ln w="0">
            <a:noFill/>
          </a:ln>
        </p:spPr>
        <p:style>
          <a:lnRef idx="0"/>
          <a:fillRef idx="0"/>
          <a:effectRef idx="0"/>
          <a:fontRef idx="minor"/>
        </p:style>
        <p:txBody>
          <a:bodyPr lIns="0" rIns="0" tIns="0" bIns="0" anchor="t">
            <a:noAutofit/>
          </a:bodyPr>
          <a:p>
            <a:pPr marL="457200" indent="-324000">
              <a:lnSpc>
                <a:spcPct val="100000"/>
              </a:lnSpc>
              <a:buClr>
                <a:srgbClr val="000000"/>
              </a:buClr>
              <a:buFont typeface="Noto Sans Symbols"/>
              <a:buChar char="●"/>
            </a:pPr>
            <a:r>
              <a:rPr b="0" lang="en-US" sz="1500" spc="-1" strike="noStrike">
                <a:solidFill>
                  <a:schemeClr val="dk1"/>
                </a:solidFill>
                <a:latin typeface="Arial"/>
                <a:ea typeface="Arial"/>
              </a:rPr>
              <a:t>Unión: Básicamente es un append. Es necesario que las 2 o mas tablas participantes tengan coumnas con el mismo tipo de datos.</a:t>
            </a:r>
            <a:endParaRPr b="0" lang="en-US" sz="1500" spc="-1" strike="noStrike">
              <a:solidFill>
                <a:srgbClr val="000000"/>
              </a:solidFill>
              <a:latin typeface="Arial"/>
            </a:endParaRPr>
          </a:p>
          <a:p>
            <a:pPr marL="457200" indent="-324000">
              <a:lnSpc>
                <a:spcPct val="100000"/>
              </a:lnSpc>
              <a:spcBef>
                <a:spcPts val="1060"/>
              </a:spcBef>
              <a:buClr>
                <a:srgbClr val="000000"/>
              </a:buClr>
              <a:buFont typeface="Noto Sans Symbols"/>
              <a:buChar char="●"/>
            </a:pPr>
            <a:r>
              <a:rPr b="0" lang="en-US" sz="1500" spc="-1" strike="noStrike">
                <a:solidFill>
                  <a:schemeClr val="dk1"/>
                </a:solidFill>
                <a:latin typeface="Arial"/>
                <a:ea typeface="Arial"/>
              </a:rPr>
              <a:t>Excepción: Entre 2 tablas nos quedamos solo con lo que aparece en una pero en otra no.</a:t>
            </a:r>
            <a:endParaRPr b="0" lang="en-US" sz="1500" spc="-1" strike="noStrike">
              <a:solidFill>
                <a:srgbClr val="000000"/>
              </a:solidFill>
              <a:latin typeface="Arial"/>
            </a:endParaRPr>
          </a:p>
          <a:p>
            <a:pPr marL="457200" indent="-324000">
              <a:lnSpc>
                <a:spcPct val="100000"/>
              </a:lnSpc>
              <a:spcBef>
                <a:spcPts val="1060"/>
              </a:spcBef>
              <a:buClr>
                <a:srgbClr val="000000"/>
              </a:buClr>
              <a:buFont typeface="Noto Sans Symbols"/>
              <a:buChar char="●"/>
            </a:pPr>
            <a:r>
              <a:rPr b="0" lang="en-US" sz="1500" spc="-1" strike="noStrike">
                <a:solidFill>
                  <a:schemeClr val="dk1"/>
                </a:solidFill>
                <a:latin typeface="Arial"/>
                <a:ea typeface="Arial"/>
              </a:rPr>
              <a:t>Intersección: uno solo se queda con lo que se repite en las tablas participantes.</a:t>
            </a:r>
            <a:endParaRPr b="0" lang="en-US" sz="1500" spc="-1" strike="noStrike">
              <a:solidFill>
                <a:srgbClr val="000000"/>
              </a:solidFill>
              <a:latin typeface="Arial"/>
            </a:endParaRPr>
          </a:p>
        </p:txBody>
      </p:sp>
    </p:spTree>
  </p:cSld>
  <p:transition>
    <p:fade thruBlk="true"/>
  </p:transition>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Google Shape;310;p37"/>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209" name="PlaceHolder 1"/>
          <p:cNvSpPr>
            <a:spLocks noGrp="1"/>
          </p:cNvSpPr>
          <p:nvPr>
            <p:ph type="sldNum" idx="42"/>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56824C47-CB43-4FB8-BCD7-D374ADA66ECC}"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210" name="Google Shape;312;p37"/>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211" name="Google Shape;313;p37" descr="di_tella2.png"/>
          <p:cNvPicPr/>
          <p:nvPr/>
        </p:nvPicPr>
        <p:blipFill>
          <a:blip r:embed="rId1"/>
          <a:stretch/>
        </p:blipFill>
        <p:spPr>
          <a:xfrm>
            <a:off x="4061520" y="1800"/>
            <a:ext cx="548280" cy="340200"/>
          </a:xfrm>
          <a:prstGeom prst="rect">
            <a:avLst/>
          </a:prstGeom>
          <a:ln w="0">
            <a:noFill/>
          </a:ln>
        </p:spPr>
      </p:pic>
      <p:sp>
        <p:nvSpPr>
          <p:cNvPr id="212" name="Google Shape;314;p37"/>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213" name="Google Shape;315;p37"/>
          <p:cNvSpPr/>
          <p:nvPr/>
        </p:nvSpPr>
        <p:spPr>
          <a:xfrm>
            <a:off x="0" y="432720"/>
            <a:ext cx="4001040" cy="2764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chemeClr val="dk1"/>
                </a:solidFill>
                <a:latin typeface="Arial"/>
                <a:ea typeface="Arial"/>
              </a:rPr>
              <a:t>Union</a:t>
            </a:r>
            <a:endParaRPr b="0" lang="en-US" sz="1500" spc="-1" strike="noStrike">
              <a:solidFill>
                <a:srgbClr val="000000"/>
              </a:solidFill>
              <a:latin typeface="Arial"/>
            </a:endParaRPr>
          </a:p>
          <a:p>
            <a:pPr>
              <a:lnSpc>
                <a:spcPct val="90000"/>
              </a:lnSpc>
              <a:tabLst>
                <a:tab algn="l" pos="0"/>
              </a:tabLst>
            </a:pPr>
            <a:endParaRPr b="0" lang="en-US" sz="1500" spc="-1" strike="noStrike">
              <a:solidFill>
                <a:srgbClr val="000000"/>
              </a:solidFill>
              <a:latin typeface="Arial"/>
            </a:endParaRPr>
          </a:p>
        </p:txBody>
      </p:sp>
      <p:graphicFrame>
        <p:nvGraphicFramePr>
          <p:cNvPr id="214" name="Google Shape;316;p37"/>
          <p:cNvGraphicFramePr/>
          <p:nvPr/>
        </p:nvGraphicFramePr>
        <p:xfrm>
          <a:off x="49320" y="731520"/>
          <a:ext cx="2350440" cy="1131120"/>
        </p:xfrm>
        <a:graphic>
          <a:graphicData uri="http://schemas.openxmlformats.org/drawingml/2006/table">
            <a:tbl>
              <a:tblPr/>
              <a:tblGrid>
                <a:gridCol w="822600"/>
                <a:gridCol w="981720"/>
                <a:gridCol w="546120"/>
              </a:tblGrid>
              <a:tr h="371520">
                <a:tc>
                  <a:txBody>
                    <a:bodyPr lIns="90000" rIns="90000" anchor="t">
                      <a:noAutofit/>
                    </a:bodyPr>
                    <a:p>
                      <a:pPr>
                        <a:lnSpc>
                          <a:spcPct val="100000"/>
                        </a:lnSpc>
                        <a:tabLst>
                          <a:tab algn="l" pos="0"/>
                        </a:tabLst>
                      </a:pPr>
                      <a:r>
                        <a:rPr b="0" lang="en-US" sz="800" spc="-1" strike="noStrike">
                          <a:solidFill>
                            <a:srgbClr val="000000"/>
                          </a:solidFill>
                          <a:latin typeface="Arial"/>
                          <a:ea typeface="Arial"/>
                        </a:rPr>
                        <a:t>DNI</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Nombre_apellido</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id_club</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r>
              <a:tr h="211680">
                <a:tc>
                  <a:txBody>
                    <a:bodyPr lIns="90000" rIns="90000" anchor="t">
                      <a:noAutofit/>
                    </a:bodyPr>
                    <a:p>
                      <a:pPr>
                        <a:lnSpc>
                          <a:spcPct val="100000"/>
                        </a:lnSpc>
                        <a:tabLst>
                          <a:tab algn="l" pos="0"/>
                        </a:tabLst>
                      </a:pPr>
                      <a:r>
                        <a:rPr b="0" lang="en-US" sz="800" spc="-1" strike="noStrike">
                          <a:solidFill>
                            <a:srgbClr val="000000"/>
                          </a:solidFill>
                          <a:latin typeface="Arial"/>
                          <a:ea typeface="Arial"/>
                        </a:rPr>
                        <a:t>41555676</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Juan Perez</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1</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r h="332640">
                <a:tc>
                  <a:txBody>
                    <a:bodyPr lIns="90000" rIns="90000" anchor="t">
                      <a:noAutofit/>
                    </a:bodyPr>
                    <a:p>
                      <a:pPr>
                        <a:lnSpc>
                          <a:spcPct val="100000"/>
                        </a:lnSpc>
                        <a:tabLst>
                          <a:tab algn="l" pos="0"/>
                        </a:tabLst>
                      </a:pPr>
                      <a:r>
                        <a:rPr b="0" lang="en-US" sz="800" spc="-1" strike="noStrike">
                          <a:solidFill>
                            <a:srgbClr val="000000"/>
                          </a:solidFill>
                          <a:latin typeface="Arial"/>
                          <a:ea typeface="Arial"/>
                        </a:rPr>
                        <a:t>38999432</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Damian Lopez</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4</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r>
              <a:tr h="211680">
                <a:tc>
                  <a:txBody>
                    <a:bodyPr lIns="90000" rIns="90000" anchor="t">
                      <a:noAutofit/>
                    </a:bodyPr>
                    <a:p>
                      <a:pPr>
                        <a:lnSpc>
                          <a:spcPct val="100000"/>
                        </a:lnSpc>
                        <a:tabLst>
                          <a:tab algn="l" pos="0"/>
                        </a:tabLst>
                      </a:pPr>
                      <a:r>
                        <a:rPr b="0" lang="en-US" sz="800" spc="-1" strike="noStrike">
                          <a:solidFill>
                            <a:srgbClr val="000000"/>
                          </a:solidFill>
                          <a:latin typeface="Arial"/>
                          <a:ea typeface="Arial"/>
                        </a:rPr>
                        <a:t>33455654</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Julio Suarez</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1</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bl>
          </a:graphicData>
        </a:graphic>
      </p:graphicFrame>
      <p:graphicFrame>
        <p:nvGraphicFramePr>
          <p:cNvPr id="215" name="Google Shape;317;p37"/>
          <p:cNvGraphicFramePr/>
          <p:nvPr/>
        </p:nvGraphicFramePr>
        <p:xfrm>
          <a:off x="49320" y="2005200"/>
          <a:ext cx="2350440" cy="698400"/>
        </p:xfrm>
        <a:graphic>
          <a:graphicData uri="http://schemas.openxmlformats.org/drawingml/2006/table">
            <a:tbl>
              <a:tblPr/>
              <a:tblGrid>
                <a:gridCol w="731160"/>
                <a:gridCol w="1073160"/>
                <a:gridCol w="546120"/>
              </a:tblGrid>
              <a:tr h="271440">
                <a:tc>
                  <a:txBody>
                    <a:bodyPr lIns="90000" rIns="90000" anchor="t">
                      <a:noAutofit/>
                    </a:bodyPr>
                    <a:p>
                      <a:pPr>
                        <a:lnSpc>
                          <a:spcPct val="100000"/>
                        </a:lnSpc>
                        <a:tabLst>
                          <a:tab algn="l" pos="0"/>
                        </a:tabLst>
                      </a:pPr>
                      <a:r>
                        <a:rPr b="0" lang="en-US" sz="800" spc="-1" strike="noStrike">
                          <a:solidFill>
                            <a:srgbClr val="000000"/>
                          </a:solidFill>
                          <a:latin typeface="Arial"/>
                          <a:ea typeface="Arial"/>
                        </a:rPr>
                        <a:t>DNI</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Nombre_apellido</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id_club</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r>
              <a:tr h="167040">
                <a:tc>
                  <a:txBody>
                    <a:bodyPr lIns="90000" rIns="90000" anchor="t">
                      <a:noAutofit/>
                    </a:bodyPr>
                    <a:p>
                      <a:pPr>
                        <a:lnSpc>
                          <a:spcPct val="100000"/>
                        </a:lnSpc>
                        <a:tabLst>
                          <a:tab algn="l" pos="0"/>
                        </a:tabLst>
                      </a:pPr>
                      <a:r>
                        <a:rPr b="0" lang="en-US" sz="800" spc="-1" strike="noStrike">
                          <a:solidFill>
                            <a:srgbClr val="000000"/>
                          </a:solidFill>
                          <a:latin typeface="Arial"/>
                          <a:ea typeface="Arial"/>
                        </a:rPr>
                        <a:t>41555676</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2b2b2"/>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Juan Perez</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2b2b2"/>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1</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2b2b2"/>
                    </a:solidFill>
                  </a:tcPr>
                </a:tc>
              </a:tr>
              <a:tr h="180000">
                <a:tc>
                  <a:txBody>
                    <a:bodyPr lIns="90000" rIns="90000" anchor="t">
                      <a:noAutofit/>
                    </a:bodyPr>
                    <a:p>
                      <a:pPr>
                        <a:lnSpc>
                          <a:spcPct val="100000"/>
                        </a:lnSpc>
                        <a:tabLst>
                          <a:tab algn="l" pos="0"/>
                        </a:tabLst>
                      </a:pPr>
                      <a:r>
                        <a:rPr b="0" lang="en-US" sz="800" spc="-1" strike="noStrike">
                          <a:solidFill>
                            <a:srgbClr val="000000"/>
                          </a:solidFill>
                          <a:latin typeface="Arial"/>
                          <a:ea typeface="Arial"/>
                        </a:rPr>
                        <a:t>40444098</a:t>
                      </a:r>
                      <a:endParaRPr b="0" lang="en-US" sz="800" spc="-1" strike="noStrike">
                        <a:solidFill>
                          <a:srgbClr val="000000"/>
                        </a:solidFill>
                        <a:latin typeface="Arial"/>
                      </a:endParaRPr>
                    </a:p>
                  </a:txBody>
                  <a:tcPr anchor="t" marL="90000" marR="90000">
                    <a:lnL>
                      <a:noFill/>
                    </a:lnL>
                    <a:lnR>
                      <a:noFill/>
                    </a:lnR>
                    <a:lnT>
                      <a:noFill/>
                    </a:lnT>
                    <a:lnB>
                      <a:noFill/>
                    </a:lnB>
                    <a:solidFill>
                      <a:srgbClr val="e6e6e6"/>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Tristan Katz</a:t>
                      </a:r>
                      <a:endParaRPr b="0" lang="en-US" sz="800" spc="-1" strike="noStrike">
                        <a:solidFill>
                          <a:srgbClr val="000000"/>
                        </a:solidFill>
                        <a:latin typeface="Arial"/>
                      </a:endParaRPr>
                    </a:p>
                  </a:txBody>
                  <a:tcPr anchor="t" marL="90000" marR="90000">
                    <a:lnL>
                      <a:noFill/>
                    </a:lnL>
                    <a:lnR>
                      <a:noFill/>
                    </a:lnR>
                    <a:lnT>
                      <a:noFill/>
                    </a:lnT>
                    <a:lnB>
                      <a:noFill/>
                    </a:lnB>
                    <a:solidFill>
                      <a:srgbClr val="e6e6e6"/>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8</a:t>
                      </a:r>
                      <a:endParaRPr b="0" lang="en-US" sz="800" spc="-1" strike="noStrike">
                        <a:solidFill>
                          <a:srgbClr val="000000"/>
                        </a:solidFill>
                        <a:latin typeface="Arial"/>
                      </a:endParaRPr>
                    </a:p>
                  </a:txBody>
                  <a:tcPr anchor="t" marL="90000" marR="90000">
                    <a:lnL>
                      <a:noFill/>
                    </a:lnL>
                    <a:lnR>
                      <a:noFill/>
                    </a:lnR>
                    <a:lnT>
                      <a:noFill/>
                    </a:lnT>
                    <a:lnB>
                      <a:noFill/>
                    </a:lnB>
                    <a:solidFill>
                      <a:srgbClr val="e6e6e6"/>
                    </a:solidFill>
                  </a:tcPr>
                </a:tc>
              </a:tr>
            </a:tbl>
          </a:graphicData>
        </a:graphic>
      </p:graphicFrame>
      <p:graphicFrame>
        <p:nvGraphicFramePr>
          <p:cNvPr id="216" name="Google Shape;318;p37"/>
          <p:cNvGraphicFramePr/>
          <p:nvPr/>
        </p:nvGraphicFramePr>
        <p:xfrm>
          <a:off x="2490480" y="780840"/>
          <a:ext cx="2060280" cy="1884960"/>
        </p:xfrm>
        <a:graphic>
          <a:graphicData uri="http://schemas.openxmlformats.org/drawingml/2006/table">
            <a:tbl>
              <a:tblPr/>
              <a:tblGrid>
                <a:gridCol w="630000"/>
                <a:gridCol w="934560"/>
                <a:gridCol w="495360"/>
              </a:tblGrid>
              <a:tr h="351720">
                <a:tc>
                  <a:txBody>
                    <a:bodyPr lIns="90000" rIns="90000" anchor="t">
                      <a:noAutofit/>
                    </a:bodyPr>
                    <a:p>
                      <a:pPr>
                        <a:lnSpc>
                          <a:spcPct val="100000"/>
                        </a:lnSpc>
                        <a:tabLst>
                          <a:tab algn="l" pos="0"/>
                        </a:tabLst>
                      </a:pPr>
                      <a:r>
                        <a:rPr b="0" lang="en-US" sz="700" spc="-1" strike="noStrike">
                          <a:solidFill>
                            <a:srgbClr val="000000"/>
                          </a:solidFill>
                          <a:latin typeface="Arial"/>
                          <a:ea typeface="Arial"/>
                        </a:rPr>
                        <a:t>DNI</a:t>
                      </a:r>
                      <a:endParaRPr b="0" lang="en-US" sz="7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700" spc="-1" strike="noStrike">
                          <a:solidFill>
                            <a:srgbClr val="000000"/>
                          </a:solidFill>
                          <a:latin typeface="Arial"/>
                          <a:ea typeface="Arial"/>
                        </a:rPr>
                        <a:t>Nombre_apellido</a:t>
                      </a:r>
                      <a:endParaRPr b="0" lang="en-US" sz="7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700" spc="-1" strike="noStrike">
                          <a:solidFill>
                            <a:srgbClr val="000000"/>
                          </a:solidFill>
                          <a:latin typeface="Arial"/>
                          <a:ea typeface="Arial"/>
                        </a:rPr>
                        <a:t>id_club</a:t>
                      </a:r>
                      <a:endParaRPr b="0" lang="en-US" sz="7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r>
              <a:tr h="333720">
                <a:tc>
                  <a:txBody>
                    <a:bodyPr lIns="90000" rIns="90000" anchor="t">
                      <a:noAutofit/>
                    </a:bodyPr>
                    <a:p>
                      <a:pPr>
                        <a:lnSpc>
                          <a:spcPct val="100000"/>
                        </a:lnSpc>
                        <a:tabLst>
                          <a:tab algn="l" pos="0"/>
                        </a:tabLst>
                      </a:pPr>
                      <a:r>
                        <a:rPr b="0" lang="en-US" sz="700" spc="-1" strike="noStrike">
                          <a:solidFill>
                            <a:srgbClr val="000000"/>
                          </a:solidFill>
                          <a:latin typeface="Arial"/>
                          <a:ea typeface="Arial"/>
                        </a:rPr>
                        <a:t>41555676</a:t>
                      </a:r>
                      <a:endParaRPr b="0" lang="en-US" sz="7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700" spc="-1" strike="noStrike">
                          <a:solidFill>
                            <a:srgbClr val="000000"/>
                          </a:solidFill>
                          <a:latin typeface="Arial"/>
                          <a:ea typeface="Arial"/>
                        </a:rPr>
                        <a:t>Juan Perez</a:t>
                      </a:r>
                      <a:endParaRPr b="0" lang="en-US" sz="7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700" spc="-1" strike="noStrike">
                          <a:solidFill>
                            <a:srgbClr val="000000"/>
                          </a:solidFill>
                          <a:latin typeface="Arial"/>
                          <a:ea typeface="Arial"/>
                        </a:rPr>
                        <a:t>1</a:t>
                      </a:r>
                      <a:endParaRPr b="0" lang="en-US" sz="7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r h="333720">
                <a:tc>
                  <a:txBody>
                    <a:bodyPr lIns="90000" rIns="90000" anchor="t">
                      <a:noAutofit/>
                    </a:bodyPr>
                    <a:p>
                      <a:pPr>
                        <a:lnSpc>
                          <a:spcPct val="100000"/>
                        </a:lnSpc>
                        <a:tabLst>
                          <a:tab algn="l" pos="0"/>
                        </a:tabLst>
                      </a:pPr>
                      <a:r>
                        <a:rPr b="0" lang="en-US" sz="700" spc="-1" strike="noStrike">
                          <a:solidFill>
                            <a:srgbClr val="000000"/>
                          </a:solidFill>
                          <a:latin typeface="Arial"/>
                          <a:ea typeface="Arial"/>
                        </a:rPr>
                        <a:t>38999432</a:t>
                      </a:r>
                      <a:endParaRPr b="0" lang="en-US" sz="7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700" spc="-1" strike="noStrike">
                          <a:solidFill>
                            <a:srgbClr val="000000"/>
                          </a:solidFill>
                          <a:latin typeface="Arial"/>
                          <a:ea typeface="Arial"/>
                        </a:rPr>
                        <a:t>Damian Lopez</a:t>
                      </a:r>
                      <a:endParaRPr b="0" lang="en-US" sz="7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700" spc="-1" strike="noStrike">
                          <a:solidFill>
                            <a:srgbClr val="000000"/>
                          </a:solidFill>
                          <a:latin typeface="Arial"/>
                          <a:ea typeface="Arial"/>
                        </a:rPr>
                        <a:t>4</a:t>
                      </a:r>
                      <a:endParaRPr b="0" lang="en-US" sz="7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r>
              <a:tr h="333720">
                <a:tc>
                  <a:txBody>
                    <a:bodyPr lIns="90000" rIns="90000" anchor="t">
                      <a:noAutofit/>
                    </a:bodyPr>
                    <a:p>
                      <a:pPr>
                        <a:lnSpc>
                          <a:spcPct val="100000"/>
                        </a:lnSpc>
                        <a:tabLst>
                          <a:tab algn="l" pos="0"/>
                        </a:tabLst>
                      </a:pPr>
                      <a:r>
                        <a:rPr b="0" lang="en-US" sz="700" spc="-1" strike="noStrike">
                          <a:solidFill>
                            <a:srgbClr val="000000"/>
                          </a:solidFill>
                          <a:latin typeface="Arial"/>
                          <a:ea typeface="Arial"/>
                        </a:rPr>
                        <a:t>33455654</a:t>
                      </a:r>
                      <a:endParaRPr b="0" lang="en-US" sz="7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700" spc="-1" strike="noStrike">
                          <a:solidFill>
                            <a:srgbClr val="000000"/>
                          </a:solidFill>
                          <a:latin typeface="Arial"/>
                          <a:ea typeface="Arial"/>
                        </a:rPr>
                        <a:t>Julio Suarez</a:t>
                      </a:r>
                      <a:endParaRPr b="0" lang="en-US" sz="7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700" spc="-1" strike="noStrike">
                          <a:solidFill>
                            <a:srgbClr val="000000"/>
                          </a:solidFill>
                          <a:latin typeface="Arial"/>
                          <a:ea typeface="Arial"/>
                        </a:rPr>
                        <a:t>1</a:t>
                      </a:r>
                      <a:endParaRPr b="0" lang="en-US" sz="7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r h="333720">
                <a:tc>
                  <a:txBody>
                    <a:bodyPr lIns="90000" rIns="90000" anchor="t">
                      <a:noAutofit/>
                    </a:bodyPr>
                    <a:p>
                      <a:pPr>
                        <a:lnSpc>
                          <a:spcPct val="100000"/>
                        </a:lnSpc>
                        <a:tabLst>
                          <a:tab algn="l" pos="0"/>
                        </a:tabLst>
                      </a:pPr>
                      <a:r>
                        <a:rPr b="0" lang="en-US" sz="700" spc="-1" strike="noStrike">
                          <a:solidFill>
                            <a:srgbClr val="000000"/>
                          </a:solidFill>
                          <a:latin typeface="Arial"/>
                          <a:ea typeface="Arial"/>
                        </a:rPr>
                        <a:t>41555676</a:t>
                      </a:r>
                      <a:endParaRPr b="0" lang="en-US" sz="7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2b2b2"/>
                    </a:solidFill>
                  </a:tcPr>
                </a:tc>
                <a:tc>
                  <a:txBody>
                    <a:bodyPr lIns="90000" rIns="90000" anchor="t">
                      <a:noAutofit/>
                    </a:bodyPr>
                    <a:p>
                      <a:pPr>
                        <a:lnSpc>
                          <a:spcPct val="100000"/>
                        </a:lnSpc>
                        <a:tabLst>
                          <a:tab algn="l" pos="0"/>
                        </a:tabLst>
                      </a:pPr>
                      <a:r>
                        <a:rPr b="0" lang="en-US" sz="700" spc="-1" strike="noStrike">
                          <a:solidFill>
                            <a:srgbClr val="000000"/>
                          </a:solidFill>
                          <a:latin typeface="Arial"/>
                          <a:ea typeface="Arial"/>
                        </a:rPr>
                        <a:t>Juan Perez</a:t>
                      </a:r>
                      <a:endParaRPr b="0" lang="en-US" sz="7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2b2b2"/>
                    </a:solidFill>
                  </a:tcPr>
                </a:tc>
                <a:tc>
                  <a:txBody>
                    <a:bodyPr lIns="90000" rIns="90000" anchor="t">
                      <a:noAutofit/>
                    </a:bodyPr>
                    <a:p>
                      <a:pPr>
                        <a:lnSpc>
                          <a:spcPct val="100000"/>
                        </a:lnSpc>
                        <a:tabLst>
                          <a:tab algn="l" pos="0"/>
                        </a:tabLst>
                      </a:pPr>
                      <a:r>
                        <a:rPr b="0" lang="en-US" sz="700" spc="-1" strike="noStrike">
                          <a:solidFill>
                            <a:srgbClr val="000000"/>
                          </a:solidFill>
                          <a:latin typeface="Arial"/>
                          <a:ea typeface="Arial"/>
                        </a:rPr>
                        <a:t>1</a:t>
                      </a:r>
                      <a:endParaRPr b="0" lang="en-US" sz="7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2b2b2"/>
                    </a:solidFill>
                  </a:tcPr>
                </a:tc>
              </a:tr>
              <a:tr h="188280">
                <a:tc>
                  <a:txBody>
                    <a:bodyPr lIns="90000" rIns="90000" anchor="t">
                      <a:noAutofit/>
                    </a:bodyPr>
                    <a:p>
                      <a:pPr>
                        <a:lnSpc>
                          <a:spcPct val="100000"/>
                        </a:lnSpc>
                        <a:tabLst>
                          <a:tab algn="l" pos="0"/>
                        </a:tabLst>
                      </a:pPr>
                      <a:r>
                        <a:rPr b="0" lang="en-US" sz="700" spc="-1" strike="noStrike">
                          <a:solidFill>
                            <a:srgbClr val="000000"/>
                          </a:solidFill>
                          <a:latin typeface="Arial"/>
                          <a:ea typeface="Arial"/>
                        </a:rPr>
                        <a:t>40444098</a:t>
                      </a:r>
                      <a:endParaRPr b="0" lang="en-US" sz="700" spc="-1" strike="noStrike">
                        <a:solidFill>
                          <a:srgbClr val="000000"/>
                        </a:solidFill>
                        <a:latin typeface="Arial"/>
                      </a:endParaRPr>
                    </a:p>
                  </a:txBody>
                  <a:tcPr anchor="t" marL="90000" marR="90000">
                    <a:lnL>
                      <a:noFill/>
                    </a:lnL>
                    <a:lnR>
                      <a:noFill/>
                    </a:lnR>
                    <a:lnT>
                      <a:noFill/>
                    </a:lnT>
                    <a:lnB>
                      <a:noFill/>
                    </a:lnB>
                    <a:solidFill>
                      <a:srgbClr val="b2b2b2"/>
                    </a:solidFill>
                  </a:tcPr>
                </a:tc>
                <a:tc>
                  <a:txBody>
                    <a:bodyPr lIns="90000" rIns="90000" anchor="t">
                      <a:noAutofit/>
                    </a:bodyPr>
                    <a:p>
                      <a:pPr>
                        <a:lnSpc>
                          <a:spcPct val="100000"/>
                        </a:lnSpc>
                        <a:tabLst>
                          <a:tab algn="l" pos="0"/>
                        </a:tabLst>
                      </a:pPr>
                      <a:r>
                        <a:rPr b="0" lang="en-US" sz="700" spc="-1" strike="noStrike">
                          <a:solidFill>
                            <a:srgbClr val="000000"/>
                          </a:solidFill>
                          <a:latin typeface="Arial"/>
                          <a:ea typeface="Arial"/>
                        </a:rPr>
                        <a:t>Tristan Katz</a:t>
                      </a:r>
                      <a:endParaRPr b="0" lang="en-US" sz="700" spc="-1" strike="noStrike">
                        <a:solidFill>
                          <a:srgbClr val="000000"/>
                        </a:solidFill>
                        <a:latin typeface="Arial"/>
                      </a:endParaRPr>
                    </a:p>
                  </a:txBody>
                  <a:tcPr anchor="t" marL="90000" marR="90000">
                    <a:lnL>
                      <a:noFill/>
                    </a:lnL>
                    <a:lnR>
                      <a:noFill/>
                    </a:lnR>
                    <a:lnT>
                      <a:noFill/>
                    </a:lnT>
                    <a:lnB>
                      <a:noFill/>
                    </a:lnB>
                    <a:solidFill>
                      <a:srgbClr val="b2b2b2"/>
                    </a:solidFill>
                  </a:tcPr>
                </a:tc>
                <a:tc>
                  <a:txBody>
                    <a:bodyPr lIns="90000" rIns="90000" anchor="t">
                      <a:noAutofit/>
                    </a:bodyPr>
                    <a:p>
                      <a:pPr>
                        <a:lnSpc>
                          <a:spcPct val="100000"/>
                        </a:lnSpc>
                        <a:tabLst>
                          <a:tab algn="l" pos="0"/>
                        </a:tabLst>
                      </a:pPr>
                      <a:r>
                        <a:rPr b="0" lang="en-US" sz="700" spc="-1" strike="noStrike">
                          <a:solidFill>
                            <a:srgbClr val="000000"/>
                          </a:solidFill>
                          <a:latin typeface="Arial"/>
                          <a:ea typeface="Arial"/>
                        </a:rPr>
                        <a:t>8</a:t>
                      </a:r>
                      <a:endParaRPr b="0" lang="en-US" sz="700" spc="-1" strike="noStrike">
                        <a:solidFill>
                          <a:srgbClr val="000000"/>
                        </a:solidFill>
                        <a:latin typeface="Arial"/>
                      </a:endParaRPr>
                    </a:p>
                  </a:txBody>
                  <a:tcPr anchor="t" marL="90000" marR="90000">
                    <a:lnL>
                      <a:noFill/>
                    </a:lnL>
                    <a:lnR>
                      <a:noFill/>
                    </a:lnR>
                    <a:lnT>
                      <a:noFill/>
                    </a:lnT>
                    <a:lnB>
                      <a:noFill/>
                    </a:lnB>
                    <a:solidFill>
                      <a:srgbClr val="b2b2b2"/>
                    </a:solidFill>
                  </a:tcPr>
                </a:tc>
              </a:tr>
            </a:tbl>
          </a:graphicData>
        </a:graphic>
      </p:graphicFrame>
    </p:spTree>
  </p:cSld>
  <p:transition>
    <p:fade thruBlk="true"/>
  </p:transition>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Google Shape;323;p38"/>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218" name="PlaceHolder 1"/>
          <p:cNvSpPr>
            <a:spLocks noGrp="1"/>
          </p:cNvSpPr>
          <p:nvPr>
            <p:ph type="sldNum" idx="43"/>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988E4B04-4755-4446-A149-98F1426B2E91}"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219" name="Google Shape;325;p38"/>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220" name="Google Shape;326;p38" descr="di_tella2.png"/>
          <p:cNvPicPr/>
          <p:nvPr/>
        </p:nvPicPr>
        <p:blipFill>
          <a:blip r:embed="rId1"/>
          <a:stretch/>
        </p:blipFill>
        <p:spPr>
          <a:xfrm>
            <a:off x="4061520" y="1800"/>
            <a:ext cx="548280" cy="340200"/>
          </a:xfrm>
          <a:prstGeom prst="rect">
            <a:avLst/>
          </a:prstGeom>
          <a:ln w="0">
            <a:noFill/>
          </a:ln>
        </p:spPr>
      </p:pic>
      <p:sp>
        <p:nvSpPr>
          <p:cNvPr id="221" name="Google Shape;327;p38"/>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222" name="Google Shape;328;p38"/>
          <p:cNvSpPr/>
          <p:nvPr/>
        </p:nvSpPr>
        <p:spPr>
          <a:xfrm>
            <a:off x="0" y="432720"/>
            <a:ext cx="4001040" cy="2764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chemeClr val="dk1"/>
                </a:solidFill>
                <a:latin typeface="Arial"/>
                <a:ea typeface="Arial"/>
              </a:rPr>
              <a:t>Except</a:t>
            </a:r>
            <a:endParaRPr b="0" lang="en-US" sz="1500" spc="-1" strike="noStrike">
              <a:solidFill>
                <a:srgbClr val="000000"/>
              </a:solidFill>
              <a:latin typeface="Arial"/>
            </a:endParaRPr>
          </a:p>
          <a:p>
            <a:pPr>
              <a:lnSpc>
                <a:spcPct val="90000"/>
              </a:lnSpc>
              <a:tabLst>
                <a:tab algn="l" pos="0"/>
              </a:tabLst>
            </a:pPr>
            <a:endParaRPr b="0" lang="en-US" sz="1500" spc="-1" strike="noStrike">
              <a:solidFill>
                <a:srgbClr val="000000"/>
              </a:solidFill>
              <a:latin typeface="Arial"/>
            </a:endParaRPr>
          </a:p>
        </p:txBody>
      </p:sp>
      <p:graphicFrame>
        <p:nvGraphicFramePr>
          <p:cNvPr id="223" name="Google Shape;329;p38"/>
          <p:cNvGraphicFramePr/>
          <p:nvPr/>
        </p:nvGraphicFramePr>
        <p:xfrm>
          <a:off x="49320" y="731520"/>
          <a:ext cx="2350440" cy="1131120"/>
        </p:xfrm>
        <a:graphic>
          <a:graphicData uri="http://schemas.openxmlformats.org/drawingml/2006/table">
            <a:tbl>
              <a:tblPr/>
              <a:tblGrid>
                <a:gridCol w="822600"/>
                <a:gridCol w="981720"/>
                <a:gridCol w="546120"/>
              </a:tblGrid>
              <a:tr h="371520">
                <a:tc>
                  <a:txBody>
                    <a:bodyPr lIns="90000" rIns="90000" anchor="t">
                      <a:noAutofit/>
                    </a:bodyPr>
                    <a:p>
                      <a:pPr>
                        <a:lnSpc>
                          <a:spcPct val="100000"/>
                        </a:lnSpc>
                        <a:tabLst>
                          <a:tab algn="l" pos="0"/>
                        </a:tabLst>
                      </a:pPr>
                      <a:r>
                        <a:rPr b="0" lang="en-US" sz="800" spc="-1" strike="noStrike">
                          <a:solidFill>
                            <a:srgbClr val="000000"/>
                          </a:solidFill>
                          <a:latin typeface="Arial"/>
                          <a:ea typeface="Arial"/>
                        </a:rPr>
                        <a:t>DNI</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Nombre_apellido</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id_club</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r>
              <a:tr h="211680">
                <a:tc>
                  <a:txBody>
                    <a:bodyPr lIns="90000" rIns="90000" anchor="t">
                      <a:noAutofit/>
                    </a:bodyPr>
                    <a:p>
                      <a:pPr>
                        <a:lnSpc>
                          <a:spcPct val="100000"/>
                        </a:lnSpc>
                        <a:tabLst>
                          <a:tab algn="l" pos="0"/>
                        </a:tabLst>
                      </a:pPr>
                      <a:r>
                        <a:rPr b="0" lang="en-US" sz="800" spc="-1" strike="noStrike">
                          <a:solidFill>
                            <a:srgbClr val="000000"/>
                          </a:solidFill>
                          <a:latin typeface="Arial"/>
                          <a:ea typeface="Arial"/>
                        </a:rPr>
                        <a:t>41555676</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Juan Perez</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1</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r h="332640">
                <a:tc>
                  <a:txBody>
                    <a:bodyPr lIns="90000" rIns="90000" anchor="t">
                      <a:noAutofit/>
                    </a:bodyPr>
                    <a:p>
                      <a:pPr>
                        <a:lnSpc>
                          <a:spcPct val="100000"/>
                        </a:lnSpc>
                        <a:tabLst>
                          <a:tab algn="l" pos="0"/>
                        </a:tabLst>
                      </a:pPr>
                      <a:r>
                        <a:rPr b="0" lang="en-US" sz="800" spc="-1" strike="noStrike">
                          <a:solidFill>
                            <a:srgbClr val="000000"/>
                          </a:solidFill>
                          <a:latin typeface="Arial"/>
                          <a:ea typeface="Arial"/>
                        </a:rPr>
                        <a:t>38999432</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Damian Lopez</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4</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r>
              <a:tr h="211680">
                <a:tc>
                  <a:txBody>
                    <a:bodyPr lIns="90000" rIns="90000" anchor="t">
                      <a:noAutofit/>
                    </a:bodyPr>
                    <a:p>
                      <a:pPr>
                        <a:lnSpc>
                          <a:spcPct val="100000"/>
                        </a:lnSpc>
                        <a:tabLst>
                          <a:tab algn="l" pos="0"/>
                        </a:tabLst>
                      </a:pPr>
                      <a:r>
                        <a:rPr b="0" lang="en-US" sz="800" spc="-1" strike="noStrike">
                          <a:solidFill>
                            <a:srgbClr val="000000"/>
                          </a:solidFill>
                          <a:latin typeface="Arial"/>
                          <a:ea typeface="Arial"/>
                        </a:rPr>
                        <a:t>33455654</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Julio Suarez</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1</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bl>
          </a:graphicData>
        </a:graphic>
      </p:graphicFrame>
      <p:graphicFrame>
        <p:nvGraphicFramePr>
          <p:cNvPr id="224" name="Google Shape;330;p38"/>
          <p:cNvGraphicFramePr/>
          <p:nvPr/>
        </p:nvGraphicFramePr>
        <p:xfrm>
          <a:off x="49320" y="2005200"/>
          <a:ext cx="2350440" cy="698400"/>
        </p:xfrm>
        <a:graphic>
          <a:graphicData uri="http://schemas.openxmlformats.org/drawingml/2006/table">
            <a:tbl>
              <a:tblPr/>
              <a:tblGrid>
                <a:gridCol w="731160"/>
                <a:gridCol w="1073160"/>
                <a:gridCol w="546120"/>
              </a:tblGrid>
              <a:tr h="271440">
                <a:tc>
                  <a:txBody>
                    <a:bodyPr lIns="90000" rIns="90000" anchor="t">
                      <a:noAutofit/>
                    </a:bodyPr>
                    <a:p>
                      <a:pPr>
                        <a:lnSpc>
                          <a:spcPct val="100000"/>
                        </a:lnSpc>
                        <a:tabLst>
                          <a:tab algn="l" pos="0"/>
                        </a:tabLst>
                      </a:pPr>
                      <a:r>
                        <a:rPr b="0" lang="en-US" sz="800" spc="-1" strike="noStrike">
                          <a:solidFill>
                            <a:srgbClr val="000000"/>
                          </a:solidFill>
                          <a:latin typeface="Arial"/>
                          <a:ea typeface="Arial"/>
                        </a:rPr>
                        <a:t>DNI</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Nombre_apellido</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id_club</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r>
              <a:tr h="167040">
                <a:tc>
                  <a:txBody>
                    <a:bodyPr lIns="90000" rIns="90000" anchor="t">
                      <a:noAutofit/>
                    </a:bodyPr>
                    <a:p>
                      <a:pPr>
                        <a:lnSpc>
                          <a:spcPct val="100000"/>
                        </a:lnSpc>
                        <a:tabLst>
                          <a:tab algn="l" pos="0"/>
                        </a:tabLst>
                      </a:pPr>
                      <a:r>
                        <a:rPr b="0" lang="en-US" sz="800" spc="-1" strike="noStrike">
                          <a:solidFill>
                            <a:srgbClr val="000000"/>
                          </a:solidFill>
                          <a:latin typeface="Arial"/>
                          <a:ea typeface="Arial"/>
                        </a:rPr>
                        <a:t>41555676</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2b2b2"/>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Juan Perez</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2b2b2"/>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1</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2b2b2"/>
                    </a:solidFill>
                  </a:tcPr>
                </a:tc>
              </a:tr>
              <a:tr h="180000">
                <a:tc>
                  <a:txBody>
                    <a:bodyPr lIns="90000" rIns="90000" anchor="t">
                      <a:noAutofit/>
                    </a:bodyPr>
                    <a:p>
                      <a:pPr>
                        <a:lnSpc>
                          <a:spcPct val="100000"/>
                        </a:lnSpc>
                        <a:tabLst>
                          <a:tab algn="l" pos="0"/>
                        </a:tabLst>
                      </a:pPr>
                      <a:r>
                        <a:rPr b="0" lang="en-US" sz="800" spc="-1" strike="noStrike">
                          <a:solidFill>
                            <a:srgbClr val="000000"/>
                          </a:solidFill>
                          <a:latin typeface="Arial"/>
                          <a:ea typeface="Arial"/>
                        </a:rPr>
                        <a:t>40444098</a:t>
                      </a:r>
                      <a:endParaRPr b="0" lang="en-US" sz="800" spc="-1" strike="noStrike">
                        <a:solidFill>
                          <a:srgbClr val="000000"/>
                        </a:solidFill>
                        <a:latin typeface="Arial"/>
                      </a:endParaRPr>
                    </a:p>
                  </a:txBody>
                  <a:tcPr anchor="t" marL="90000" marR="90000">
                    <a:lnL>
                      <a:noFill/>
                    </a:lnL>
                    <a:lnR>
                      <a:noFill/>
                    </a:lnR>
                    <a:lnT>
                      <a:noFill/>
                    </a:lnT>
                    <a:lnB>
                      <a:noFill/>
                    </a:lnB>
                    <a:solidFill>
                      <a:srgbClr val="e6e6e6"/>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Tristan Katz</a:t>
                      </a:r>
                      <a:endParaRPr b="0" lang="en-US" sz="800" spc="-1" strike="noStrike">
                        <a:solidFill>
                          <a:srgbClr val="000000"/>
                        </a:solidFill>
                        <a:latin typeface="Arial"/>
                      </a:endParaRPr>
                    </a:p>
                  </a:txBody>
                  <a:tcPr anchor="t" marL="90000" marR="90000">
                    <a:lnL>
                      <a:noFill/>
                    </a:lnL>
                    <a:lnR>
                      <a:noFill/>
                    </a:lnR>
                    <a:lnT>
                      <a:noFill/>
                    </a:lnT>
                    <a:lnB>
                      <a:noFill/>
                    </a:lnB>
                    <a:solidFill>
                      <a:srgbClr val="e6e6e6"/>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8</a:t>
                      </a:r>
                      <a:endParaRPr b="0" lang="en-US" sz="800" spc="-1" strike="noStrike">
                        <a:solidFill>
                          <a:srgbClr val="000000"/>
                        </a:solidFill>
                        <a:latin typeface="Arial"/>
                      </a:endParaRPr>
                    </a:p>
                  </a:txBody>
                  <a:tcPr anchor="t" marL="90000" marR="90000">
                    <a:lnL>
                      <a:noFill/>
                    </a:lnL>
                    <a:lnR>
                      <a:noFill/>
                    </a:lnR>
                    <a:lnT>
                      <a:noFill/>
                    </a:lnT>
                    <a:lnB>
                      <a:noFill/>
                    </a:lnB>
                    <a:solidFill>
                      <a:srgbClr val="e6e6e6"/>
                    </a:solidFill>
                  </a:tcPr>
                </a:tc>
              </a:tr>
            </a:tbl>
          </a:graphicData>
        </a:graphic>
      </p:graphicFrame>
      <p:graphicFrame>
        <p:nvGraphicFramePr>
          <p:cNvPr id="225" name="Google Shape;331;p38"/>
          <p:cNvGraphicFramePr/>
          <p:nvPr/>
        </p:nvGraphicFramePr>
        <p:xfrm>
          <a:off x="2470680" y="955440"/>
          <a:ext cx="2093040" cy="1271520"/>
        </p:xfrm>
        <a:graphic>
          <a:graphicData uri="http://schemas.openxmlformats.org/drawingml/2006/table">
            <a:tbl>
              <a:tblPr/>
              <a:tblGrid>
                <a:gridCol w="650880"/>
                <a:gridCol w="939240"/>
                <a:gridCol w="502560"/>
              </a:tblGrid>
              <a:tr h="410040">
                <a:tc>
                  <a:txBody>
                    <a:bodyPr lIns="90000" rIns="90000" anchor="t">
                      <a:noAutofit/>
                    </a:bodyPr>
                    <a:p>
                      <a:pPr>
                        <a:lnSpc>
                          <a:spcPct val="100000"/>
                        </a:lnSpc>
                        <a:tabLst>
                          <a:tab algn="l" pos="0"/>
                        </a:tabLst>
                      </a:pPr>
                      <a:r>
                        <a:rPr b="0" lang="en-US" sz="800" spc="-1" strike="noStrike">
                          <a:solidFill>
                            <a:srgbClr val="000000"/>
                          </a:solidFill>
                          <a:latin typeface="Arial"/>
                          <a:ea typeface="Arial"/>
                        </a:rPr>
                        <a:t>DNI</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700" spc="-1" strike="noStrike">
                          <a:solidFill>
                            <a:srgbClr val="000000"/>
                          </a:solidFill>
                          <a:latin typeface="Arial"/>
                          <a:ea typeface="Arial"/>
                        </a:rPr>
                        <a:t>Nombre_apellido</a:t>
                      </a:r>
                      <a:endParaRPr b="0" lang="en-US" sz="7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id_club</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r>
              <a:tr h="286920">
                <a:tc>
                  <a:txBody>
                    <a:bodyPr lIns="90000" rIns="90000" anchor="t">
                      <a:noAutofit/>
                    </a:bodyPr>
                    <a:p>
                      <a:pPr>
                        <a:lnSpc>
                          <a:spcPct val="100000"/>
                        </a:lnSpc>
                        <a:tabLst>
                          <a:tab algn="l" pos="0"/>
                        </a:tabLst>
                      </a:pPr>
                      <a:r>
                        <a:rPr b="0" lang="en-US" sz="800" spc="-1" strike="noStrike">
                          <a:solidFill>
                            <a:srgbClr val="000000"/>
                          </a:solidFill>
                          <a:latin typeface="Arial"/>
                          <a:ea typeface="Arial"/>
                        </a:rPr>
                        <a:t>38999432</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Damian Lopez</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4</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r h="286920">
                <a:tc>
                  <a:txBody>
                    <a:bodyPr lIns="90000" rIns="90000" anchor="t">
                      <a:noAutofit/>
                    </a:bodyPr>
                    <a:p>
                      <a:pPr>
                        <a:lnSpc>
                          <a:spcPct val="100000"/>
                        </a:lnSpc>
                        <a:tabLst>
                          <a:tab algn="l" pos="0"/>
                        </a:tabLst>
                      </a:pPr>
                      <a:r>
                        <a:rPr b="0" lang="en-US" sz="800" spc="-1" strike="noStrike">
                          <a:solidFill>
                            <a:srgbClr val="000000"/>
                          </a:solidFill>
                          <a:latin typeface="Arial"/>
                          <a:ea typeface="Arial"/>
                        </a:rPr>
                        <a:t>33455654</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Julio Suarez</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1</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r>
              <a:tr h="286920">
                <a:tc>
                  <a:txBody>
                    <a:bodyPr lIns="90000" rIns="90000" anchor="t">
                      <a:noAutofit/>
                    </a:bodyPr>
                    <a:p>
                      <a:pPr>
                        <a:lnSpc>
                          <a:spcPct val="100000"/>
                        </a:lnSpc>
                        <a:tabLst>
                          <a:tab algn="l" pos="0"/>
                        </a:tabLst>
                      </a:pPr>
                      <a:r>
                        <a:rPr b="0" lang="en-US" sz="800" spc="-1" strike="noStrike">
                          <a:solidFill>
                            <a:srgbClr val="000000"/>
                          </a:solidFill>
                          <a:latin typeface="Arial"/>
                          <a:ea typeface="Arial"/>
                        </a:rPr>
                        <a:t>40444098</a:t>
                      </a:r>
                      <a:endParaRPr b="0" lang="en-US" sz="800" spc="-1" strike="noStrike">
                        <a:solidFill>
                          <a:srgbClr val="000000"/>
                        </a:solidFill>
                        <a:latin typeface="Arial"/>
                      </a:endParaRPr>
                    </a:p>
                  </a:txBody>
                  <a:tcPr anchor="t" marL="90000" marR="90000">
                    <a:lnL>
                      <a:noFill/>
                    </a:lnL>
                    <a:lnR>
                      <a:noFill/>
                    </a:lnR>
                    <a:lnT>
                      <a:noFill/>
                    </a:lnT>
                    <a:lnB>
                      <a:noFill/>
                    </a:lnB>
                    <a:solidFill>
                      <a:srgbClr val="b2b2b2"/>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Tristan Katz</a:t>
                      </a:r>
                      <a:endParaRPr b="0" lang="en-US" sz="800" spc="-1" strike="noStrike">
                        <a:solidFill>
                          <a:srgbClr val="000000"/>
                        </a:solidFill>
                        <a:latin typeface="Arial"/>
                      </a:endParaRPr>
                    </a:p>
                  </a:txBody>
                  <a:tcPr anchor="t" marL="90000" marR="90000">
                    <a:lnL>
                      <a:noFill/>
                    </a:lnL>
                    <a:lnR>
                      <a:noFill/>
                    </a:lnR>
                    <a:lnT>
                      <a:noFill/>
                    </a:lnT>
                    <a:lnB>
                      <a:noFill/>
                    </a:lnB>
                    <a:solidFill>
                      <a:srgbClr val="b2b2b2"/>
                    </a:solidFill>
                  </a:tcPr>
                </a:tc>
                <a:tc>
                  <a:txBody>
                    <a:bodyPr lIns="90000" rIns="90000" anchor="t">
                      <a:noAutofit/>
                    </a:bodyPr>
                    <a:p>
                      <a:pPr>
                        <a:lnSpc>
                          <a:spcPct val="100000"/>
                        </a:lnSpc>
                        <a:tabLst>
                          <a:tab algn="l" pos="0"/>
                        </a:tabLst>
                      </a:pPr>
                      <a:r>
                        <a:rPr b="0" lang="en-US" sz="700" spc="-1" strike="noStrike">
                          <a:solidFill>
                            <a:srgbClr val="000000"/>
                          </a:solidFill>
                          <a:latin typeface="Arial"/>
                          <a:ea typeface="Arial"/>
                        </a:rPr>
                        <a:t>8</a:t>
                      </a:r>
                      <a:endParaRPr b="0" lang="en-US" sz="700" spc="-1" strike="noStrike">
                        <a:solidFill>
                          <a:srgbClr val="000000"/>
                        </a:solidFill>
                        <a:latin typeface="Arial"/>
                      </a:endParaRPr>
                    </a:p>
                  </a:txBody>
                  <a:tcPr anchor="t" marL="90000" marR="90000">
                    <a:lnL>
                      <a:noFill/>
                    </a:lnL>
                    <a:lnR>
                      <a:noFill/>
                    </a:lnR>
                    <a:lnT>
                      <a:noFill/>
                    </a:lnT>
                    <a:lnB>
                      <a:noFill/>
                    </a:lnB>
                    <a:solidFill>
                      <a:srgbClr val="b2b2b2"/>
                    </a:solidFill>
                  </a:tcPr>
                </a:tc>
              </a:tr>
            </a:tbl>
          </a:graphicData>
        </a:graphic>
      </p:graphicFrame>
    </p:spTree>
  </p:cSld>
  <p:transition>
    <p:fade thruBlk="true"/>
  </p:transition>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Google Shape;336;p39"/>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227" name="PlaceHolder 1"/>
          <p:cNvSpPr>
            <a:spLocks noGrp="1"/>
          </p:cNvSpPr>
          <p:nvPr>
            <p:ph type="sldNum" idx="44"/>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C804E053-1863-436A-AB88-BCEE7847E683}"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228" name="Google Shape;338;p39"/>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229" name="Google Shape;339;p39" descr="di_tella2.png"/>
          <p:cNvPicPr/>
          <p:nvPr/>
        </p:nvPicPr>
        <p:blipFill>
          <a:blip r:embed="rId1"/>
          <a:stretch/>
        </p:blipFill>
        <p:spPr>
          <a:xfrm>
            <a:off x="4061520" y="1800"/>
            <a:ext cx="548280" cy="340200"/>
          </a:xfrm>
          <a:prstGeom prst="rect">
            <a:avLst/>
          </a:prstGeom>
          <a:ln w="0">
            <a:noFill/>
          </a:ln>
        </p:spPr>
      </p:pic>
      <p:sp>
        <p:nvSpPr>
          <p:cNvPr id="230" name="Google Shape;340;p39"/>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231" name="Google Shape;341;p39"/>
          <p:cNvSpPr/>
          <p:nvPr/>
        </p:nvSpPr>
        <p:spPr>
          <a:xfrm>
            <a:off x="0" y="432720"/>
            <a:ext cx="4001040" cy="2764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chemeClr val="dk1"/>
                </a:solidFill>
                <a:latin typeface="Arial"/>
                <a:ea typeface="Arial"/>
              </a:rPr>
              <a:t>Intersect</a:t>
            </a:r>
            <a:endParaRPr b="0" lang="en-US" sz="1500" spc="-1" strike="noStrike">
              <a:solidFill>
                <a:srgbClr val="000000"/>
              </a:solidFill>
              <a:latin typeface="Arial"/>
            </a:endParaRPr>
          </a:p>
          <a:p>
            <a:pPr>
              <a:lnSpc>
                <a:spcPct val="90000"/>
              </a:lnSpc>
              <a:tabLst>
                <a:tab algn="l" pos="0"/>
              </a:tabLst>
            </a:pPr>
            <a:endParaRPr b="0" lang="en-US" sz="1500" spc="-1" strike="noStrike">
              <a:solidFill>
                <a:srgbClr val="000000"/>
              </a:solidFill>
              <a:latin typeface="Arial"/>
            </a:endParaRPr>
          </a:p>
        </p:txBody>
      </p:sp>
      <p:graphicFrame>
        <p:nvGraphicFramePr>
          <p:cNvPr id="232" name="Google Shape;342;p39"/>
          <p:cNvGraphicFramePr/>
          <p:nvPr/>
        </p:nvGraphicFramePr>
        <p:xfrm>
          <a:off x="49320" y="731520"/>
          <a:ext cx="2350440" cy="1131120"/>
        </p:xfrm>
        <a:graphic>
          <a:graphicData uri="http://schemas.openxmlformats.org/drawingml/2006/table">
            <a:tbl>
              <a:tblPr/>
              <a:tblGrid>
                <a:gridCol w="822600"/>
                <a:gridCol w="981720"/>
                <a:gridCol w="546120"/>
              </a:tblGrid>
              <a:tr h="371520">
                <a:tc>
                  <a:txBody>
                    <a:bodyPr lIns="90000" rIns="90000" anchor="t">
                      <a:noAutofit/>
                    </a:bodyPr>
                    <a:p>
                      <a:pPr>
                        <a:lnSpc>
                          <a:spcPct val="100000"/>
                        </a:lnSpc>
                        <a:tabLst>
                          <a:tab algn="l" pos="0"/>
                        </a:tabLst>
                      </a:pPr>
                      <a:r>
                        <a:rPr b="0" lang="en-US" sz="800" spc="-1" strike="noStrike">
                          <a:solidFill>
                            <a:srgbClr val="000000"/>
                          </a:solidFill>
                          <a:latin typeface="Arial"/>
                          <a:ea typeface="Arial"/>
                        </a:rPr>
                        <a:t>DNI</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Nombre_apellido</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id_club</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r>
              <a:tr h="211680">
                <a:tc>
                  <a:txBody>
                    <a:bodyPr lIns="90000" rIns="90000" anchor="t">
                      <a:noAutofit/>
                    </a:bodyPr>
                    <a:p>
                      <a:pPr>
                        <a:lnSpc>
                          <a:spcPct val="100000"/>
                        </a:lnSpc>
                        <a:tabLst>
                          <a:tab algn="l" pos="0"/>
                        </a:tabLst>
                      </a:pPr>
                      <a:r>
                        <a:rPr b="0" lang="en-US" sz="800" spc="-1" strike="noStrike">
                          <a:solidFill>
                            <a:srgbClr val="000000"/>
                          </a:solidFill>
                          <a:latin typeface="Arial"/>
                          <a:ea typeface="Arial"/>
                        </a:rPr>
                        <a:t>41555676</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Juan Perez</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1</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r h="332640">
                <a:tc>
                  <a:txBody>
                    <a:bodyPr lIns="90000" rIns="90000" anchor="t">
                      <a:noAutofit/>
                    </a:bodyPr>
                    <a:p>
                      <a:pPr>
                        <a:lnSpc>
                          <a:spcPct val="100000"/>
                        </a:lnSpc>
                        <a:tabLst>
                          <a:tab algn="l" pos="0"/>
                        </a:tabLst>
                      </a:pPr>
                      <a:r>
                        <a:rPr b="0" lang="en-US" sz="800" spc="-1" strike="noStrike">
                          <a:solidFill>
                            <a:srgbClr val="000000"/>
                          </a:solidFill>
                          <a:latin typeface="Arial"/>
                          <a:ea typeface="Arial"/>
                        </a:rPr>
                        <a:t>38999432</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Damian Lopez</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4</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e6e6e6"/>
                    </a:solidFill>
                  </a:tcPr>
                </a:tc>
              </a:tr>
              <a:tr h="211680">
                <a:tc>
                  <a:txBody>
                    <a:bodyPr lIns="90000" rIns="90000" anchor="t">
                      <a:noAutofit/>
                    </a:bodyPr>
                    <a:p>
                      <a:pPr>
                        <a:lnSpc>
                          <a:spcPct val="100000"/>
                        </a:lnSpc>
                        <a:tabLst>
                          <a:tab algn="l" pos="0"/>
                        </a:tabLst>
                      </a:pPr>
                      <a:r>
                        <a:rPr b="0" lang="en-US" sz="800" spc="-1" strike="noStrike">
                          <a:solidFill>
                            <a:srgbClr val="000000"/>
                          </a:solidFill>
                          <a:latin typeface="Arial"/>
                          <a:ea typeface="Arial"/>
                        </a:rPr>
                        <a:t>33455654</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Julio Suarez</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1</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bl>
          </a:graphicData>
        </a:graphic>
      </p:graphicFrame>
      <p:graphicFrame>
        <p:nvGraphicFramePr>
          <p:cNvPr id="233" name="Google Shape;343;p39"/>
          <p:cNvGraphicFramePr/>
          <p:nvPr/>
        </p:nvGraphicFramePr>
        <p:xfrm>
          <a:off x="49320" y="2005200"/>
          <a:ext cx="2350440" cy="698400"/>
        </p:xfrm>
        <a:graphic>
          <a:graphicData uri="http://schemas.openxmlformats.org/drawingml/2006/table">
            <a:tbl>
              <a:tblPr/>
              <a:tblGrid>
                <a:gridCol w="731160"/>
                <a:gridCol w="1073160"/>
                <a:gridCol w="546120"/>
              </a:tblGrid>
              <a:tr h="271440">
                <a:tc>
                  <a:txBody>
                    <a:bodyPr lIns="90000" rIns="90000" anchor="t">
                      <a:noAutofit/>
                    </a:bodyPr>
                    <a:p>
                      <a:pPr>
                        <a:lnSpc>
                          <a:spcPct val="100000"/>
                        </a:lnSpc>
                        <a:tabLst>
                          <a:tab algn="l" pos="0"/>
                        </a:tabLst>
                      </a:pPr>
                      <a:r>
                        <a:rPr b="0" lang="en-US" sz="800" spc="-1" strike="noStrike">
                          <a:solidFill>
                            <a:srgbClr val="000000"/>
                          </a:solidFill>
                          <a:latin typeface="Arial"/>
                          <a:ea typeface="Arial"/>
                        </a:rPr>
                        <a:t>DNI</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Nombre_apellido</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id_club</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r>
              <a:tr h="167040">
                <a:tc>
                  <a:txBody>
                    <a:bodyPr lIns="90000" rIns="90000" anchor="t">
                      <a:noAutofit/>
                    </a:bodyPr>
                    <a:p>
                      <a:pPr>
                        <a:lnSpc>
                          <a:spcPct val="100000"/>
                        </a:lnSpc>
                        <a:tabLst>
                          <a:tab algn="l" pos="0"/>
                        </a:tabLst>
                      </a:pPr>
                      <a:r>
                        <a:rPr b="0" lang="en-US" sz="800" spc="-1" strike="noStrike">
                          <a:solidFill>
                            <a:srgbClr val="000000"/>
                          </a:solidFill>
                          <a:latin typeface="Arial"/>
                          <a:ea typeface="Arial"/>
                        </a:rPr>
                        <a:t>41555676</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2b2b2"/>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Juan Perez</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2b2b2"/>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1</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2b2b2"/>
                    </a:solidFill>
                  </a:tcPr>
                </a:tc>
              </a:tr>
              <a:tr h="180000">
                <a:tc>
                  <a:txBody>
                    <a:bodyPr lIns="90000" rIns="90000" anchor="t">
                      <a:noAutofit/>
                    </a:bodyPr>
                    <a:p>
                      <a:pPr>
                        <a:lnSpc>
                          <a:spcPct val="100000"/>
                        </a:lnSpc>
                        <a:tabLst>
                          <a:tab algn="l" pos="0"/>
                        </a:tabLst>
                      </a:pPr>
                      <a:r>
                        <a:rPr b="0" lang="en-US" sz="800" spc="-1" strike="noStrike">
                          <a:solidFill>
                            <a:srgbClr val="000000"/>
                          </a:solidFill>
                          <a:latin typeface="Arial"/>
                          <a:ea typeface="Arial"/>
                        </a:rPr>
                        <a:t>40444098</a:t>
                      </a:r>
                      <a:endParaRPr b="0" lang="en-US" sz="800" spc="-1" strike="noStrike">
                        <a:solidFill>
                          <a:srgbClr val="000000"/>
                        </a:solidFill>
                        <a:latin typeface="Arial"/>
                      </a:endParaRPr>
                    </a:p>
                  </a:txBody>
                  <a:tcPr anchor="t" marL="90000" marR="90000">
                    <a:lnL>
                      <a:noFill/>
                    </a:lnL>
                    <a:lnR>
                      <a:noFill/>
                    </a:lnR>
                    <a:lnT>
                      <a:noFill/>
                    </a:lnT>
                    <a:lnB>
                      <a:noFill/>
                    </a:lnB>
                    <a:solidFill>
                      <a:srgbClr val="e6e6e6"/>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Tristan Katz</a:t>
                      </a:r>
                      <a:endParaRPr b="0" lang="en-US" sz="800" spc="-1" strike="noStrike">
                        <a:solidFill>
                          <a:srgbClr val="000000"/>
                        </a:solidFill>
                        <a:latin typeface="Arial"/>
                      </a:endParaRPr>
                    </a:p>
                  </a:txBody>
                  <a:tcPr anchor="t" marL="90000" marR="90000">
                    <a:lnL>
                      <a:noFill/>
                    </a:lnL>
                    <a:lnR>
                      <a:noFill/>
                    </a:lnR>
                    <a:lnT>
                      <a:noFill/>
                    </a:lnT>
                    <a:lnB>
                      <a:noFill/>
                    </a:lnB>
                    <a:solidFill>
                      <a:srgbClr val="e6e6e6"/>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8</a:t>
                      </a:r>
                      <a:endParaRPr b="0" lang="en-US" sz="800" spc="-1" strike="noStrike">
                        <a:solidFill>
                          <a:srgbClr val="000000"/>
                        </a:solidFill>
                        <a:latin typeface="Arial"/>
                      </a:endParaRPr>
                    </a:p>
                  </a:txBody>
                  <a:tcPr anchor="t" marL="90000" marR="90000">
                    <a:lnL>
                      <a:noFill/>
                    </a:lnL>
                    <a:lnR>
                      <a:noFill/>
                    </a:lnR>
                    <a:lnT>
                      <a:noFill/>
                    </a:lnT>
                    <a:lnB>
                      <a:noFill/>
                    </a:lnB>
                    <a:solidFill>
                      <a:srgbClr val="e6e6e6"/>
                    </a:solidFill>
                  </a:tcPr>
                </a:tc>
              </a:tr>
            </a:tbl>
          </a:graphicData>
        </a:graphic>
      </p:graphicFrame>
      <p:graphicFrame>
        <p:nvGraphicFramePr>
          <p:cNvPr id="234" name="Google Shape;344;p39"/>
          <p:cNvGraphicFramePr/>
          <p:nvPr/>
        </p:nvGraphicFramePr>
        <p:xfrm>
          <a:off x="2488680" y="797760"/>
          <a:ext cx="1998000" cy="1638000"/>
        </p:xfrm>
        <a:graphic>
          <a:graphicData uri="http://schemas.openxmlformats.org/drawingml/2006/table">
            <a:tbl>
              <a:tblPr/>
              <a:tblGrid>
                <a:gridCol w="647280"/>
                <a:gridCol w="925200"/>
                <a:gridCol w="425520"/>
              </a:tblGrid>
              <a:tr h="682560">
                <a:tc>
                  <a:txBody>
                    <a:bodyPr lIns="90000" rIns="90000" anchor="t">
                      <a:noAutofit/>
                    </a:bodyPr>
                    <a:p>
                      <a:pPr>
                        <a:lnSpc>
                          <a:spcPct val="100000"/>
                        </a:lnSpc>
                        <a:tabLst>
                          <a:tab algn="l" pos="0"/>
                        </a:tabLst>
                      </a:pPr>
                      <a:r>
                        <a:rPr b="0" lang="en-US" sz="800" spc="-1" strike="noStrike">
                          <a:solidFill>
                            <a:srgbClr val="000000"/>
                          </a:solidFill>
                          <a:latin typeface="Arial"/>
                          <a:ea typeface="Arial"/>
                        </a:rPr>
                        <a:t>DNI</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700" spc="-1" strike="noStrike">
                          <a:solidFill>
                            <a:srgbClr val="000000"/>
                          </a:solidFill>
                          <a:latin typeface="Arial"/>
                          <a:ea typeface="Arial"/>
                        </a:rPr>
                        <a:t>Nombre_apellido</a:t>
                      </a:r>
                      <a:endParaRPr b="0" lang="en-US" sz="7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c>
                  <a:txBody>
                    <a:bodyPr lIns="90000" rIns="90000" anchor="t">
                      <a:noAutofit/>
                    </a:bodyPr>
                    <a:p>
                      <a:pPr>
                        <a:lnSpc>
                          <a:spcPct val="100000"/>
                        </a:lnSpc>
                        <a:tabLst>
                          <a:tab algn="l" pos="0"/>
                        </a:tabLst>
                      </a:pPr>
                      <a:r>
                        <a:rPr b="0" lang="en-US" sz="600" spc="-1" strike="noStrike">
                          <a:solidFill>
                            <a:srgbClr val="000000"/>
                          </a:solidFill>
                          <a:latin typeface="Arial"/>
                          <a:ea typeface="Arial"/>
                        </a:rPr>
                        <a:t>id_club</a:t>
                      </a:r>
                      <a:endParaRPr b="0" lang="en-US" sz="6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3b3b3"/>
                    </a:solidFill>
                  </a:tcPr>
                </a:tc>
              </a:tr>
              <a:tr h="477720">
                <a:tc>
                  <a:txBody>
                    <a:bodyPr lIns="90000" rIns="90000" anchor="t">
                      <a:noAutofit/>
                    </a:bodyPr>
                    <a:p>
                      <a:pPr>
                        <a:lnSpc>
                          <a:spcPct val="100000"/>
                        </a:lnSpc>
                        <a:tabLst>
                          <a:tab algn="l" pos="0"/>
                        </a:tabLst>
                      </a:pPr>
                      <a:r>
                        <a:rPr b="0" lang="en-US" sz="800" spc="-1" strike="noStrike">
                          <a:solidFill>
                            <a:srgbClr val="000000"/>
                          </a:solidFill>
                          <a:latin typeface="Arial"/>
                          <a:ea typeface="Arial"/>
                        </a:rPr>
                        <a:t>41555676</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Juan Perez</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1</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cccccc"/>
                    </a:solidFill>
                  </a:tcPr>
                </a:tc>
              </a:tr>
              <a:tr h="477720">
                <a:tc>
                  <a:txBody>
                    <a:bodyPr lIns="90000" rIns="90000" anchor="t">
                      <a:noAutofit/>
                    </a:bodyPr>
                    <a:p>
                      <a:pPr>
                        <a:lnSpc>
                          <a:spcPct val="100000"/>
                        </a:lnSpc>
                        <a:tabLst>
                          <a:tab algn="l" pos="0"/>
                        </a:tabLst>
                      </a:pPr>
                      <a:r>
                        <a:rPr b="0" lang="en-US" sz="800" spc="-1" strike="noStrike">
                          <a:solidFill>
                            <a:srgbClr val="000000"/>
                          </a:solidFill>
                          <a:latin typeface="Arial"/>
                          <a:ea typeface="Arial"/>
                        </a:rPr>
                        <a:t>41555676</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2b2b2"/>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Juan Perez</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2b2b2"/>
                    </a:solidFill>
                  </a:tcPr>
                </a:tc>
                <a:tc>
                  <a:txBody>
                    <a:bodyPr lIns="90000" rIns="90000" anchor="t">
                      <a:noAutofit/>
                    </a:bodyPr>
                    <a:p>
                      <a:pPr>
                        <a:lnSpc>
                          <a:spcPct val="100000"/>
                        </a:lnSpc>
                        <a:tabLst>
                          <a:tab algn="l" pos="0"/>
                        </a:tabLst>
                      </a:pPr>
                      <a:r>
                        <a:rPr b="0" lang="en-US" sz="800" spc="-1" strike="noStrike">
                          <a:solidFill>
                            <a:srgbClr val="000000"/>
                          </a:solidFill>
                          <a:latin typeface="Arial"/>
                          <a:ea typeface="Arial"/>
                        </a:rPr>
                        <a:t>1</a:t>
                      </a:r>
                      <a:endParaRPr b="0"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b2b2b2"/>
                    </a:solidFill>
                  </a:tcPr>
                </a:tc>
              </a:tr>
            </a:tbl>
          </a:graphicData>
        </a:graphic>
      </p:graphicFrame>
    </p:spTree>
  </p:cSld>
  <p:transition>
    <p:fade thruBlk="true"/>
  </p:transition>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Google Shape;349;p40"/>
          <p:cNvSpPr/>
          <p:nvPr/>
        </p:nvSpPr>
        <p:spPr>
          <a:xfrm>
            <a:off x="1129680" y="1618560"/>
            <a:ext cx="3231360" cy="194040"/>
          </a:xfrm>
          <a:prstGeom prst="rect">
            <a:avLst/>
          </a:prstGeom>
          <a:noFill/>
          <a:ln w="0">
            <a:noFill/>
          </a:ln>
        </p:spPr>
        <p:style>
          <a:lnRef idx="0"/>
          <a:fillRef idx="0"/>
          <a:effectRef idx="0"/>
          <a:fontRef idx="minor"/>
        </p:style>
        <p:txBody>
          <a:bodyPr lIns="0" rIns="0" tIns="11520" bIns="0" anchor="t">
            <a:spAutoFit/>
          </a:bodyPr>
          <a:p>
            <a:pPr marL="12600">
              <a:lnSpc>
                <a:spcPct val="100000"/>
              </a:lnSpc>
              <a:tabLst>
                <a:tab algn="l" pos="0"/>
              </a:tabLst>
            </a:pPr>
            <a:r>
              <a:rPr b="0" lang="en-US" sz="1200" spc="-1" strike="noStrike">
                <a:solidFill>
                  <a:srgbClr val="f4f2ed"/>
                </a:solidFill>
                <a:latin typeface="Calibri"/>
                <a:ea typeface="Calibri"/>
              </a:rPr>
              <a:t>PANDAS - UTILIZACIÓN BÁSICA</a:t>
            </a:r>
            <a:endParaRPr b="0" lang="en-US" sz="1200" spc="-1" strike="noStrike">
              <a:solidFill>
                <a:srgbClr val="000000"/>
              </a:solidFill>
              <a:latin typeface="Arial"/>
            </a:endParaRPr>
          </a:p>
        </p:txBody>
      </p:sp>
      <p:grpSp>
        <p:nvGrpSpPr>
          <p:cNvPr id="236" name="Google Shape;350;p40"/>
          <p:cNvGrpSpPr/>
          <p:nvPr/>
        </p:nvGrpSpPr>
        <p:grpSpPr>
          <a:xfrm>
            <a:off x="1139760" y="1816560"/>
            <a:ext cx="2340360" cy="25200"/>
            <a:chOff x="1139760" y="1816560"/>
            <a:chExt cx="2340360" cy="25200"/>
          </a:xfrm>
        </p:grpSpPr>
        <p:sp>
          <p:nvSpPr>
            <p:cNvPr id="237" name="Google Shape;351;p40"/>
            <p:cNvSpPr/>
            <p:nvPr/>
          </p:nvSpPr>
          <p:spPr>
            <a:xfrm>
              <a:off x="1139760" y="1816560"/>
              <a:ext cx="2340360" cy="25200"/>
            </a:xfrm>
            <a:custGeom>
              <a:avLst/>
              <a:gdLst>
                <a:gd name="textAreaLeft" fmla="*/ 0 w 2340360"/>
                <a:gd name="textAreaRight" fmla="*/ 2340720 w 2340360"/>
                <a:gd name="textAreaTop" fmla="*/ 0 h 25200"/>
                <a:gd name="textAreaBottom" fmla="*/ 25560 h 25200"/>
              </a:gdLst>
              <a:ahLst/>
              <a:rect l="textAreaLeft" t="textAreaTop" r="textAreaRight" b="textAreaBottom"/>
              <a:pathLst>
                <a:path w="2340610" h="25400">
                  <a:moveTo>
                    <a:pt x="0" y="25305"/>
                  </a:moveTo>
                  <a:lnTo>
                    <a:pt x="0" y="0"/>
                  </a:lnTo>
                  <a:lnTo>
                    <a:pt x="2340180" y="0"/>
                  </a:lnTo>
                  <a:lnTo>
                    <a:pt x="2340180" y="25305"/>
                  </a:lnTo>
                  <a:lnTo>
                    <a:pt x="0" y="25305"/>
                  </a:lnTo>
                  <a:close/>
                </a:path>
              </a:pathLst>
            </a:custGeom>
            <a:solidFill>
              <a:srgbClr val="f4f2ed"/>
            </a:solidFill>
            <a:ln w="0">
              <a:noFill/>
            </a:ln>
            <a:effectLst>
              <a:outerShdw algn="bl" blurRad="57240" dir="5400000" dist="19080" rotWithShape="0">
                <a:srgbClr val="000000">
                  <a:alpha val="50000"/>
                </a:srgbClr>
              </a:outerShdw>
            </a:effectLst>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38" name="Google Shape;352;p40"/>
            <p:cNvSpPr/>
            <p:nvPr/>
          </p:nvSpPr>
          <p:spPr>
            <a:xfrm>
              <a:off x="1139760" y="1816560"/>
              <a:ext cx="2340360" cy="25200"/>
            </a:xfrm>
            <a:custGeom>
              <a:avLst/>
              <a:gdLst>
                <a:gd name="textAreaLeft" fmla="*/ 0 w 2340360"/>
                <a:gd name="textAreaRight" fmla="*/ 2340720 w 2340360"/>
                <a:gd name="textAreaTop" fmla="*/ 0 h 25200"/>
                <a:gd name="textAreaBottom" fmla="*/ 25560 h 25200"/>
              </a:gdLst>
              <a:ahLst/>
              <a:rect l="textAreaLeft" t="textAreaTop" r="textAreaRight" b="textAreaBottom"/>
              <a:pathLst>
                <a:path w="2340610" h="25400">
                  <a:moveTo>
                    <a:pt x="0" y="25305"/>
                  </a:moveTo>
                  <a:lnTo>
                    <a:pt x="0" y="0"/>
                  </a:lnTo>
                  <a:lnTo>
                    <a:pt x="2340180" y="0"/>
                  </a:lnTo>
                  <a:lnTo>
                    <a:pt x="2340180" y="25305"/>
                  </a:lnTo>
                  <a:lnTo>
                    <a:pt x="0" y="25305"/>
                  </a:lnTo>
                  <a:close/>
                </a:path>
              </a:pathLst>
            </a:custGeom>
            <a:noFill/>
            <a:ln w="9525">
              <a:solidFill>
                <a:srgbClr val="f4f2ed"/>
              </a:solidFill>
              <a:round/>
            </a:ln>
            <a:effectLst>
              <a:outerShdw algn="bl" blurRad="57240" dir="5400000" dist="19080" rotWithShape="0">
                <a:srgbClr val="000000">
                  <a:alpha val="50000"/>
                </a:srgbClr>
              </a:outerShdw>
            </a:effectLst>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39" name="Google Shape;353;p40"/>
            <p:cNvSpPr/>
            <p:nvPr/>
          </p:nvSpPr>
          <p:spPr>
            <a:xfrm>
              <a:off x="1139760" y="1816560"/>
              <a:ext cx="304920" cy="25200"/>
            </a:xfrm>
            <a:custGeom>
              <a:avLst/>
              <a:gdLst>
                <a:gd name="textAreaLeft" fmla="*/ 0 w 304920"/>
                <a:gd name="textAreaRight" fmla="*/ 305280 w 304920"/>
                <a:gd name="textAreaTop" fmla="*/ 0 h 25200"/>
                <a:gd name="textAreaBottom" fmla="*/ 25560 h 25200"/>
              </a:gdLst>
              <a:ahLst/>
              <a:rect l="textAreaLeft" t="textAreaTop" r="textAreaRight" b="textAreaBottom"/>
              <a:pathLst>
                <a:path w="305434" h="25400">
                  <a:moveTo>
                    <a:pt x="0" y="25305"/>
                  </a:moveTo>
                  <a:lnTo>
                    <a:pt x="0" y="0"/>
                  </a:lnTo>
                  <a:lnTo>
                    <a:pt x="305235" y="0"/>
                  </a:lnTo>
                  <a:lnTo>
                    <a:pt x="305235" y="25305"/>
                  </a:lnTo>
                  <a:lnTo>
                    <a:pt x="0" y="25305"/>
                  </a:lnTo>
                  <a:close/>
                </a:path>
              </a:pathLst>
            </a:custGeom>
            <a:solidFill>
              <a:srgbClr val="006dbf"/>
            </a:solidFill>
            <a:ln w="0">
              <a:noFill/>
            </a:ln>
            <a:effectLst>
              <a:outerShdw algn="bl" blurRad="57240" dir="5400000" dist="19080" rotWithShape="0">
                <a:srgbClr val="000000">
                  <a:alpha val="50000"/>
                </a:srgbClr>
              </a:outerShdw>
            </a:effectLst>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ffffff"/>
                </a:solidFill>
                <a:latin typeface="Arial"/>
              </a:endParaRPr>
            </a:p>
          </p:txBody>
        </p:sp>
        <p:sp>
          <p:nvSpPr>
            <p:cNvPr id="240" name="Google Shape;354;p40"/>
            <p:cNvSpPr/>
            <p:nvPr/>
          </p:nvSpPr>
          <p:spPr>
            <a:xfrm>
              <a:off x="1139760" y="1816560"/>
              <a:ext cx="304920" cy="25200"/>
            </a:xfrm>
            <a:custGeom>
              <a:avLst/>
              <a:gdLst>
                <a:gd name="textAreaLeft" fmla="*/ 0 w 304920"/>
                <a:gd name="textAreaRight" fmla="*/ 305280 w 304920"/>
                <a:gd name="textAreaTop" fmla="*/ 0 h 25200"/>
                <a:gd name="textAreaBottom" fmla="*/ 25560 h 25200"/>
              </a:gdLst>
              <a:ahLst/>
              <a:rect l="textAreaLeft" t="textAreaTop" r="textAreaRight" b="textAreaBottom"/>
              <a:pathLst>
                <a:path w="305434" h="25400">
                  <a:moveTo>
                    <a:pt x="0" y="25305"/>
                  </a:moveTo>
                  <a:lnTo>
                    <a:pt x="0" y="0"/>
                  </a:lnTo>
                  <a:lnTo>
                    <a:pt x="305235" y="0"/>
                  </a:lnTo>
                  <a:lnTo>
                    <a:pt x="305235" y="25305"/>
                  </a:lnTo>
                  <a:lnTo>
                    <a:pt x="0" y="25305"/>
                  </a:lnTo>
                  <a:close/>
                </a:path>
              </a:pathLst>
            </a:custGeom>
            <a:solidFill>
              <a:srgbClr val="ffdc64"/>
            </a:solidFill>
            <a:ln w="9525">
              <a:solidFill>
                <a:srgbClr val="ffdc64"/>
              </a:solidFill>
              <a:round/>
            </a:ln>
            <a:effectLst>
              <a:outerShdw algn="bl" blurRad="57240" dir="5400000" dist="19080" rotWithShape="0">
                <a:srgbClr val="000000">
                  <a:alpha val="50000"/>
                </a:srgbClr>
              </a:outerShdw>
            </a:effectLst>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000000"/>
                </a:solidFill>
                <a:latin typeface="Arial"/>
              </a:endParaRPr>
            </a:p>
          </p:txBody>
        </p:sp>
      </p:grpSp>
    </p:spTree>
  </p:cSld>
  <p:transition>
    <p:fade thruBlk="true"/>
  </p:transition>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Google Shape;359;p41"/>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242" name="PlaceHolder 1"/>
          <p:cNvSpPr>
            <a:spLocks noGrp="1"/>
          </p:cNvSpPr>
          <p:nvPr>
            <p:ph type="sldNum" idx="45"/>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50A7C3A3-0878-482E-A06E-7EF3C6B1E785}"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243" name="Google Shape;361;p41"/>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244" name="Google Shape;362;p41" descr="di_tella2.png"/>
          <p:cNvPicPr/>
          <p:nvPr/>
        </p:nvPicPr>
        <p:blipFill>
          <a:blip r:embed="rId1"/>
          <a:stretch/>
        </p:blipFill>
        <p:spPr>
          <a:xfrm>
            <a:off x="4061520" y="1800"/>
            <a:ext cx="548280" cy="340200"/>
          </a:xfrm>
          <a:prstGeom prst="rect">
            <a:avLst/>
          </a:prstGeom>
          <a:ln w="0">
            <a:noFill/>
          </a:ln>
        </p:spPr>
      </p:pic>
      <p:sp>
        <p:nvSpPr>
          <p:cNvPr id="245" name="Google Shape;363;p41"/>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246" name="Google Shape;364;p41"/>
          <p:cNvSpPr/>
          <p:nvPr/>
        </p:nvSpPr>
        <p:spPr>
          <a:xfrm>
            <a:off x="0" y="432720"/>
            <a:ext cx="4001040" cy="2764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chemeClr val="dk1"/>
                </a:solidFill>
                <a:latin typeface="Arial"/>
                <a:ea typeface="Arial"/>
              </a:rPr>
              <a:t>Qué es pandas?</a:t>
            </a:r>
            <a:endParaRPr b="0" lang="en-US" sz="1500" spc="-1" strike="noStrike">
              <a:solidFill>
                <a:srgbClr val="000000"/>
              </a:solidFill>
              <a:latin typeface="Arial"/>
            </a:endParaRPr>
          </a:p>
          <a:p>
            <a:pPr>
              <a:lnSpc>
                <a:spcPct val="90000"/>
              </a:lnSpc>
              <a:tabLst>
                <a:tab algn="l" pos="0"/>
              </a:tabLst>
            </a:pPr>
            <a:endParaRPr b="0" lang="en-US" sz="1500" spc="-1" strike="noStrike">
              <a:solidFill>
                <a:srgbClr val="000000"/>
              </a:solidFill>
              <a:latin typeface="Arial"/>
            </a:endParaRPr>
          </a:p>
        </p:txBody>
      </p:sp>
      <p:sp>
        <p:nvSpPr>
          <p:cNvPr id="247" name="Google Shape;365;p41"/>
          <p:cNvSpPr/>
          <p:nvPr/>
        </p:nvSpPr>
        <p:spPr>
          <a:xfrm>
            <a:off x="29520" y="753480"/>
            <a:ext cx="4550760" cy="1812960"/>
          </a:xfrm>
          <a:prstGeom prst="rect">
            <a:avLst/>
          </a:prstGeom>
          <a:noFill/>
          <a:ln w="0">
            <a:noFill/>
          </a:ln>
        </p:spPr>
        <p:style>
          <a:lnRef idx="0"/>
          <a:fillRef idx="0"/>
          <a:effectRef idx="0"/>
          <a:fontRef idx="minor"/>
        </p:style>
        <p:txBody>
          <a:bodyPr lIns="0" rIns="0" tIns="0" bIns="0" anchor="t">
            <a:noAutofit/>
          </a:bodyPr>
          <a:p>
            <a:pPr marL="457200" indent="-324000">
              <a:lnSpc>
                <a:spcPct val="100000"/>
              </a:lnSpc>
              <a:buClr>
                <a:srgbClr val="000000"/>
              </a:buClr>
              <a:buFont typeface="Noto Sans Symbols"/>
              <a:buChar char="●"/>
            </a:pPr>
            <a:r>
              <a:rPr b="0" lang="en-US" sz="1500" spc="-1" strike="noStrike">
                <a:solidFill>
                  <a:schemeClr val="dk1"/>
                </a:solidFill>
                <a:latin typeface="Arial"/>
                <a:ea typeface="Arial"/>
              </a:rPr>
              <a:t>Pandas es una librería de Python especializada en manipulación y análisis de datos.</a:t>
            </a:r>
            <a:endParaRPr b="0" lang="en-US" sz="1500" spc="-1" strike="noStrike">
              <a:solidFill>
                <a:srgbClr val="000000"/>
              </a:solidFill>
              <a:latin typeface="Arial"/>
            </a:endParaRPr>
          </a:p>
          <a:p>
            <a:pPr marL="457200" indent="-324000">
              <a:lnSpc>
                <a:spcPct val="100000"/>
              </a:lnSpc>
              <a:spcBef>
                <a:spcPts val="1060"/>
              </a:spcBef>
              <a:buClr>
                <a:srgbClr val="000000"/>
              </a:buClr>
              <a:buFont typeface="Noto Sans Symbols"/>
              <a:buChar char="●"/>
            </a:pPr>
            <a:r>
              <a:rPr b="0" lang="en-US" sz="1500" spc="-1" strike="noStrike">
                <a:solidFill>
                  <a:schemeClr val="dk1"/>
                </a:solidFill>
                <a:latin typeface="Arial"/>
                <a:ea typeface="Arial"/>
              </a:rPr>
              <a:t>Es una herramienta sumamente útil cuando queremos limpiar, analizar o simplemente manipular un dataset.</a:t>
            </a:r>
            <a:endParaRPr b="0" lang="en-US" sz="1500" spc="-1" strike="noStrike">
              <a:solidFill>
                <a:srgbClr val="000000"/>
              </a:solidFill>
              <a:latin typeface="Arial"/>
            </a:endParaRPr>
          </a:p>
          <a:p>
            <a:pPr marL="457200" indent="-324000">
              <a:lnSpc>
                <a:spcPct val="100000"/>
              </a:lnSpc>
              <a:spcBef>
                <a:spcPts val="1060"/>
              </a:spcBef>
              <a:buClr>
                <a:srgbClr val="000000"/>
              </a:buClr>
              <a:buFont typeface="Noto Sans Symbols"/>
              <a:buChar char="●"/>
            </a:pPr>
            <a:r>
              <a:rPr b="0" lang="en-US" sz="1500" spc="-1" strike="noStrike">
                <a:solidFill>
                  <a:schemeClr val="dk1"/>
                </a:solidFill>
                <a:latin typeface="Arial"/>
                <a:ea typeface="Arial"/>
              </a:rPr>
              <a:t>Es canon en la industria del software y ampliamente utilizada</a:t>
            </a:r>
            <a:endParaRPr b="0" lang="en-US" sz="1500" spc="-1" strike="noStrike">
              <a:solidFill>
                <a:srgbClr val="000000"/>
              </a:solidFill>
              <a:latin typeface="Arial"/>
            </a:endParaRPr>
          </a:p>
        </p:txBody>
      </p:sp>
    </p:spTree>
  </p:cSld>
  <p:transition>
    <p:fade thruBlk="true"/>
  </p:transition>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Google Shape;370;p42"/>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249" name="PlaceHolder 1"/>
          <p:cNvSpPr>
            <a:spLocks noGrp="1"/>
          </p:cNvSpPr>
          <p:nvPr>
            <p:ph type="sldNum" idx="46"/>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B97DEB9D-710D-4588-B3D7-71D573D69D3E}"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250" name="Google Shape;372;p42"/>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251" name="Google Shape;373;p42" descr="di_tella2.png"/>
          <p:cNvPicPr/>
          <p:nvPr/>
        </p:nvPicPr>
        <p:blipFill>
          <a:blip r:embed="rId1"/>
          <a:stretch/>
        </p:blipFill>
        <p:spPr>
          <a:xfrm>
            <a:off x="4061520" y="1800"/>
            <a:ext cx="548280" cy="340200"/>
          </a:xfrm>
          <a:prstGeom prst="rect">
            <a:avLst/>
          </a:prstGeom>
          <a:ln w="0">
            <a:noFill/>
          </a:ln>
        </p:spPr>
      </p:pic>
      <p:sp>
        <p:nvSpPr>
          <p:cNvPr id="252" name="Google Shape;374;p42"/>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253" name="Google Shape;375;p42"/>
          <p:cNvSpPr/>
          <p:nvPr/>
        </p:nvSpPr>
        <p:spPr>
          <a:xfrm>
            <a:off x="-212040" y="432720"/>
            <a:ext cx="4001040" cy="2764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500" spc="-1" strike="noStrike">
                <a:solidFill>
                  <a:schemeClr val="dk1"/>
                </a:solidFill>
                <a:latin typeface="Arial"/>
                <a:ea typeface="Arial"/>
              </a:rPr>
              <a:t>Instalación y manera de llamar</a:t>
            </a:r>
            <a:endParaRPr b="0" lang="en-US" sz="1500" spc="-1" strike="noStrike">
              <a:solidFill>
                <a:srgbClr val="000000"/>
              </a:solidFill>
              <a:latin typeface="Arial"/>
            </a:endParaRPr>
          </a:p>
          <a:p>
            <a:pPr>
              <a:lnSpc>
                <a:spcPct val="90000"/>
              </a:lnSpc>
              <a:tabLst>
                <a:tab algn="l" pos="0"/>
              </a:tabLst>
            </a:pPr>
            <a:endParaRPr b="0" lang="en-US" sz="1500" spc="-1" strike="noStrike">
              <a:solidFill>
                <a:srgbClr val="000000"/>
              </a:solidFill>
              <a:latin typeface="Arial"/>
            </a:endParaRPr>
          </a:p>
        </p:txBody>
      </p:sp>
      <p:sp>
        <p:nvSpPr>
          <p:cNvPr id="254" name="Google Shape;376;p42"/>
          <p:cNvSpPr/>
          <p:nvPr/>
        </p:nvSpPr>
        <p:spPr>
          <a:xfrm>
            <a:off x="29520" y="753480"/>
            <a:ext cx="4550760" cy="1812960"/>
          </a:xfrm>
          <a:prstGeom prst="rect">
            <a:avLst/>
          </a:prstGeom>
          <a:noFill/>
          <a:ln w="0">
            <a:noFill/>
          </a:ln>
        </p:spPr>
        <p:style>
          <a:lnRef idx="0"/>
          <a:fillRef idx="0"/>
          <a:effectRef idx="0"/>
          <a:fontRef idx="minor"/>
        </p:style>
        <p:txBody>
          <a:bodyPr lIns="0" rIns="0" tIns="0" bIns="0" anchor="t">
            <a:noAutofit/>
          </a:bodyPr>
          <a:p>
            <a:pPr marL="457200" indent="-324000">
              <a:lnSpc>
                <a:spcPct val="100000"/>
              </a:lnSpc>
              <a:buClr>
                <a:srgbClr val="000000"/>
              </a:buClr>
              <a:buFont typeface="Noto Sans Symbols"/>
              <a:buChar char="●"/>
            </a:pPr>
            <a:r>
              <a:rPr b="0" lang="en-US" sz="1500" spc="-1" strike="noStrike">
                <a:solidFill>
                  <a:schemeClr val="dk1"/>
                </a:solidFill>
                <a:latin typeface="Arial"/>
                <a:ea typeface="Arial"/>
              </a:rPr>
              <a:t>No es necesario realizar un pip install ya que los paquetes vienen pre-instalados en las versiones actuales de python. Para importar la librería a tu script:</a:t>
            </a:r>
            <a:endParaRPr b="0" lang="en-US" sz="1500" spc="-1" strike="noStrike">
              <a:solidFill>
                <a:srgbClr val="000000"/>
              </a:solidFill>
              <a:latin typeface="Arial"/>
            </a:endParaRPr>
          </a:p>
          <a:p>
            <a:pPr lvl="1" marL="914400" indent="-324000">
              <a:lnSpc>
                <a:spcPct val="100000"/>
              </a:lnSpc>
              <a:spcBef>
                <a:spcPts val="850"/>
              </a:spcBef>
              <a:buClr>
                <a:srgbClr val="000000"/>
              </a:buClr>
              <a:buFont typeface="Noto Sans Symbols"/>
              <a:buChar char="○"/>
            </a:pPr>
            <a:r>
              <a:rPr b="0" lang="en-US" sz="1500" spc="-1" strike="noStrike">
                <a:solidFill>
                  <a:schemeClr val="dk1"/>
                </a:solidFill>
                <a:latin typeface="Arial"/>
                <a:ea typeface="Arial"/>
              </a:rPr>
              <a:t>import pandas as pd</a:t>
            </a:r>
            <a:endParaRPr b="0" lang="en-US" sz="1500" spc="-1" strike="noStrike">
              <a:solidFill>
                <a:srgbClr val="000000"/>
              </a:solidFill>
              <a:latin typeface="Arial"/>
            </a:endParaRPr>
          </a:p>
          <a:p>
            <a:pPr marL="457200" indent="-324000">
              <a:lnSpc>
                <a:spcPct val="100000"/>
              </a:lnSpc>
              <a:spcBef>
                <a:spcPts val="1060"/>
              </a:spcBef>
              <a:buClr>
                <a:srgbClr val="000000"/>
              </a:buClr>
              <a:buFont typeface="Noto Sans Symbols"/>
              <a:buChar char="●"/>
            </a:pPr>
            <a:r>
              <a:rPr b="0" lang="en-US" sz="1500" spc="-1" strike="noStrike">
                <a:solidFill>
                  <a:schemeClr val="dk1"/>
                </a:solidFill>
                <a:latin typeface="Arial"/>
                <a:ea typeface="Arial"/>
              </a:rPr>
              <a:t>Luego, el alias “pd” será usado para las funciones que corresponden a esta librería.</a:t>
            </a:r>
            <a:endParaRPr b="0" lang="en-US" sz="1500" spc="-1" strike="noStrike">
              <a:solidFill>
                <a:srgbClr val="000000"/>
              </a:solidFill>
              <a:latin typeface="Arial"/>
            </a:endParaRPr>
          </a:p>
          <a:p>
            <a:pPr lvl="1" marL="914400" indent="-324000">
              <a:lnSpc>
                <a:spcPct val="100000"/>
              </a:lnSpc>
              <a:spcBef>
                <a:spcPts val="850"/>
              </a:spcBef>
              <a:buClr>
                <a:srgbClr val="000000"/>
              </a:buClr>
              <a:buFont typeface="Noto Sans Symbols"/>
              <a:buChar char="○"/>
            </a:pPr>
            <a:r>
              <a:rPr b="0" lang="en-US" sz="1500" spc="-1" strike="noStrike">
                <a:solidFill>
                  <a:schemeClr val="dk1"/>
                </a:solidFill>
                <a:latin typeface="Arial"/>
                <a:ea typeface="Arial"/>
              </a:rPr>
              <a:t>Ej: df = pd.DataFrame ({'Nombres': ['Juan','Gaston','Julian'], 'notas': [7,8,9]})</a:t>
            </a:r>
            <a:endParaRPr b="0" lang="en-US" sz="1500" spc="-1" strike="noStrike">
              <a:solidFill>
                <a:srgbClr val="000000"/>
              </a:solidFill>
              <a:latin typeface="Arial"/>
            </a:endParaRPr>
          </a:p>
        </p:txBody>
      </p:sp>
    </p:spTree>
  </p:cSld>
  <p:transition>
    <p:fade thruBlk="true"/>
  </p:transition>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Google Shape;381;p43"/>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256" name="PlaceHolder 1"/>
          <p:cNvSpPr>
            <a:spLocks noGrp="1"/>
          </p:cNvSpPr>
          <p:nvPr>
            <p:ph type="sldNum" idx="47"/>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23454261-7F86-4987-B0D7-4C3221EAC6B2}"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257" name="Google Shape;383;p43"/>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258" name="Google Shape;384;p43" descr="di_tella2.png"/>
          <p:cNvPicPr/>
          <p:nvPr/>
        </p:nvPicPr>
        <p:blipFill>
          <a:blip r:embed="rId1"/>
          <a:stretch/>
        </p:blipFill>
        <p:spPr>
          <a:xfrm>
            <a:off x="4061520" y="1800"/>
            <a:ext cx="548280" cy="340200"/>
          </a:xfrm>
          <a:prstGeom prst="rect">
            <a:avLst/>
          </a:prstGeom>
          <a:ln w="0">
            <a:noFill/>
          </a:ln>
        </p:spPr>
      </p:pic>
      <p:sp>
        <p:nvSpPr>
          <p:cNvPr id="259" name="Google Shape;385;p43"/>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260" name="Google Shape;386;p43"/>
          <p:cNvSpPr/>
          <p:nvPr/>
        </p:nvSpPr>
        <p:spPr>
          <a:xfrm>
            <a:off x="91440" y="582840"/>
            <a:ext cx="4001040" cy="2764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700" spc="-1" strike="noStrike">
                <a:solidFill>
                  <a:schemeClr val="dk1"/>
                </a:solidFill>
                <a:latin typeface="Arial"/>
                <a:ea typeface="Arial"/>
              </a:rPr>
              <a:t>Cómo leer archivos (.csv, .txt y .xlsx)</a:t>
            </a:r>
            <a:endParaRPr b="0" lang="en-US" sz="1700" spc="-1" strike="noStrike">
              <a:solidFill>
                <a:srgbClr val="000000"/>
              </a:solidFill>
              <a:latin typeface="Arial"/>
            </a:endParaRPr>
          </a:p>
          <a:p>
            <a:pPr algn="ctr">
              <a:lnSpc>
                <a:spcPct val="100000"/>
              </a:lnSpc>
              <a:tabLst>
                <a:tab algn="l" pos="0"/>
              </a:tabLst>
            </a:pPr>
            <a:endParaRPr b="0" lang="en-US" sz="1500" spc="-1" strike="noStrike">
              <a:solidFill>
                <a:srgbClr val="000000"/>
              </a:solidFill>
              <a:latin typeface="Arial"/>
            </a:endParaRPr>
          </a:p>
          <a:p>
            <a:pPr>
              <a:lnSpc>
                <a:spcPct val="90000"/>
              </a:lnSpc>
              <a:tabLst>
                <a:tab algn="l" pos="0"/>
              </a:tabLst>
            </a:pPr>
            <a:endParaRPr b="0" lang="en-US" sz="1500" spc="-1" strike="noStrike">
              <a:solidFill>
                <a:srgbClr val="000000"/>
              </a:solidFill>
              <a:latin typeface="Arial"/>
            </a:endParaRPr>
          </a:p>
        </p:txBody>
      </p:sp>
      <p:sp>
        <p:nvSpPr>
          <p:cNvPr id="261" name="Google Shape;387;p43"/>
          <p:cNvSpPr/>
          <p:nvPr/>
        </p:nvSpPr>
        <p:spPr>
          <a:xfrm>
            <a:off x="0" y="717840"/>
            <a:ext cx="4550760" cy="1812960"/>
          </a:xfrm>
          <a:prstGeom prst="rect">
            <a:avLst/>
          </a:prstGeom>
          <a:noFill/>
          <a:ln w="0">
            <a:noFill/>
          </a:ln>
        </p:spPr>
        <p:style>
          <a:lnRef idx="0"/>
          <a:fillRef idx="0"/>
          <a:effectRef idx="0"/>
          <a:fontRef idx="minor"/>
        </p:style>
        <p:txBody>
          <a:bodyPr lIns="0" rIns="0" tIns="0" bIns="0" anchor="t">
            <a:noAutofit/>
          </a:bodyPr>
          <a:p>
            <a:pPr marL="457200" indent="-324000">
              <a:lnSpc>
                <a:spcPct val="100000"/>
              </a:lnSpc>
              <a:buClr>
                <a:srgbClr val="000000"/>
              </a:buClr>
              <a:buFont typeface="Noto Sans Symbols"/>
              <a:buChar char="●"/>
            </a:pPr>
            <a:r>
              <a:rPr b="0" lang="en-US" sz="1500" spc="-1" strike="noStrike">
                <a:solidFill>
                  <a:schemeClr val="dk1"/>
                </a:solidFill>
                <a:latin typeface="Arial"/>
                <a:ea typeface="Arial"/>
              </a:rPr>
              <a:t>Como dijimos, pandas es para manejar dframes, y ellos vienen en varios formatos</a:t>
            </a:r>
            <a:endParaRPr b="0" lang="en-US" sz="1500" spc="-1" strike="noStrike">
              <a:solidFill>
                <a:srgbClr val="000000"/>
              </a:solidFill>
              <a:latin typeface="Arial"/>
            </a:endParaRPr>
          </a:p>
          <a:p>
            <a:pPr lvl="1" marL="914400" indent="-324000">
              <a:lnSpc>
                <a:spcPct val="100000"/>
              </a:lnSpc>
              <a:spcBef>
                <a:spcPts val="850"/>
              </a:spcBef>
              <a:buClr>
                <a:srgbClr val="000000"/>
              </a:buClr>
              <a:buFont typeface="Noto Sans Symbols"/>
              <a:buChar char="○"/>
            </a:pPr>
            <a:r>
              <a:rPr b="0" lang="en-US" sz="1500" spc="-1" strike="noStrike">
                <a:solidFill>
                  <a:schemeClr val="dk1"/>
                </a:solidFill>
                <a:latin typeface="Arial"/>
                <a:ea typeface="Arial"/>
              </a:rPr>
              <a:t>Leer un .txt o un .csv: pd.read(). Ejemplo:</a:t>
            </a:r>
            <a:endParaRPr b="0" lang="en-US" sz="1500" spc="-1" strike="noStrike">
              <a:solidFill>
                <a:srgbClr val="000000"/>
              </a:solidFill>
              <a:latin typeface="Arial"/>
            </a:endParaRPr>
          </a:p>
          <a:p>
            <a:pPr lvl="2" marL="1371600" indent="-324000">
              <a:lnSpc>
                <a:spcPct val="100000"/>
              </a:lnSpc>
              <a:spcBef>
                <a:spcPts val="635"/>
              </a:spcBef>
              <a:buClr>
                <a:srgbClr val="000000"/>
              </a:buClr>
              <a:buFont typeface="Noto Sans Symbols"/>
              <a:buChar char="■"/>
            </a:pPr>
            <a:r>
              <a:rPr b="0" lang="en-US" sz="1500" spc="-1" strike="noStrike">
                <a:solidFill>
                  <a:schemeClr val="dk1"/>
                </a:solidFill>
                <a:latin typeface="Arial"/>
                <a:ea typeface="Arial"/>
              </a:rPr>
              <a:t> </a:t>
            </a:r>
            <a:r>
              <a:rPr b="0" lang="en-US" sz="1000" spc="-1" strike="noStrike">
                <a:solidFill>
                  <a:schemeClr val="dk1"/>
                </a:solidFill>
                <a:latin typeface="Arial"/>
                <a:ea typeface="Arial"/>
              </a:rPr>
              <a:t>df_1= pd.read_csv('SMSSpamCollection.txt', sep="\t", header=None)</a:t>
            </a:r>
            <a:endParaRPr b="0" lang="en-US" sz="1000" spc="-1" strike="noStrike">
              <a:solidFill>
                <a:srgbClr val="000000"/>
              </a:solidFill>
              <a:latin typeface="Arial"/>
            </a:endParaRPr>
          </a:p>
          <a:p>
            <a:pPr lvl="2" marL="1371600" indent="-291960">
              <a:lnSpc>
                <a:spcPct val="100000"/>
              </a:lnSpc>
              <a:spcBef>
                <a:spcPts val="635"/>
              </a:spcBef>
              <a:buClr>
                <a:srgbClr val="000000"/>
              </a:buClr>
              <a:buFont typeface="Noto Sans Symbols"/>
              <a:buChar char="■"/>
            </a:pPr>
            <a:r>
              <a:rPr b="0" lang="en-US" sz="1000" spc="-1" strike="noStrike">
                <a:solidFill>
                  <a:schemeClr val="dk1"/>
                </a:solidFill>
                <a:latin typeface="Arial"/>
                <a:ea typeface="Arial"/>
              </a:rPr>
              <a:t>df_2=pd.read_csv('desagregado_por_dia.csv', sep=",", header=0)</a:t>
            </a:r>
            <a:endParaRPr b="0" lang="en-US" sz="1000" spc="-1" strike="noStrike">
              <a:solidFill>
                <a:srgbClr val="000000"/>
              </a:solidFill>
              <a:latin typeface="Arial"/>
            </a:endParaRPr>
          </a:p>
          <a:p>
            <a:pPr lvl="1" marL="914400" indent="-291960">
              <a:lnSpc>
                <a:spcPct val="100000"/>
              </a:lnSpc>
              <a:spcBef>
                <a:spcPts val="850"/>
              </a:spcBef>
              <a:buClr>
                <a:srgbClr val="000000"/>
              </a:buClr>
              <a:buFont typeface="Noto Sans Symbols"/>
              <a:buChar char="○"/>
            </a:pPr>
            <a:r>
              <a:rPr b="0" lang="en-US" sz="1000" spc="-1" strike="noStrike">
                <a:solidFill>
                  <a:schemeClr val="dk1"/>
                </a:solidFill>
                <a:latin typeface="Arial"/>
                <a:ea typeface="Arial"/>
              </a:rPr>
              <a:t>Leer un .xlsx:</a:t>
            </a:r>
            <a:endParaRPr b="0" lang="en-US" sz="1000" spc="-1" strike="noStrike">
              <a:solidFill>
                <a:srgbClr val="000000"/>
              </a:solidFill>
              <a:latin typeface="Arial"/>
            </a:endParaRPr>
          </a:p>
          <a:p>
            <a:pPr lvl="2" marL="1371600" indent="-291960">
              <a:lnSpc>
                <a:spcPct val="100000"/>
              </a:lnSpc>
              <a:spcBef>
                <a:spcPts val="635"/>
              </a:spcBef>
              <a:buClr>
                <a:srgbClr val="000000"/>
              </a:buClr>
              <a:buFont typeface="Noto Sans Symbols"/>
              <a:buChar char="■"/>
            </a:pPr>
            <a:r>
              <a:rPr b="0" lang="en-US" sz="1000" spc="-1" strike="noStrike">
                <a:solidFill>
                  <a:schemeClr val="dk1"/>
                </a:solidFill>
                <a:latin typeface="Arial"/>
                <a:ea typeface="Arial"/>
              </a:rPr>
              <a:t>df_3=pd.read_excel('Historicalinvesttemp.xlsx', sheet_name='Solo_stock_positivo', header=0)</a:t>
            </a:r>
            <a:endParaRPr b="0" lang="en-US" sz="1000" spc="-1" strike="noStrike">
              <a:solidFill>
                <a:srgbClr val="000000"/>
              </a:solidFill>
              <a:latin typeface="Arial"/>
            </a:endParaRPr>
          </a:p>
        </p:txBody>
      </p:sp>
    </p:spTree>
  </p:cSld>
  <p:transition>
    <p:fade thruBlk="true"/>
  </p:transition>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Google Shape;392;p44"/>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263" name="PlaceHolder 1"/>
          <p:cNvSpPr>
            <a:spLocks noGrp="1"/>
          </p:cNvSpPr>
          <p:nvPr>
            <p:ph type="sldNum" idx="48"/>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392CB0D5-8FAF-48B3-BED5-8CF7287BDF95}"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264" name="Google Shape;394;p44"/>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265" name="Google Shape;395;p44" descr="di_tella2.png"/>
          <p:cNvPicPr/>
          <p:nvPr/>
        </p:nvPicPr>
        <p:blipFill>
          <a:blip r:embed="rId1"/>
          <a:stretch/>
        </p:blipFill>
        <p:spPr>
          <a:xfrm>
            <a:off x="4061520" y="1800"/>
            <a:ext cx="548280" cy="340200"/>
          </a:xfrm>
          <a:prstGeom prst="rect">
            <a:avLst/>
          </a:prstGeom>
          <a:ln w="0">
            <a:noFill/>
          </a:ln>
        </p:spPr>
      </p:pic>
      <p:sp>
        <p:nvSpPr>
          <p:cNvPr id="266" name="Google Shape;396;p44"/>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267" name="Google Shape;397;p44"/>
          <p:cNvSpPr/>
          <p:nvPr/>
        </p:nvSpPr>
        <p:spPr>
          <a:xfrm>
            <a:off x="52920" y="388440"/>
            <a:ext cx="3495960" cy="34416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1" lang="en-US" sz="1400" spc="-1" strike="noStrike">
                <a:solidFill>
                  <a:schemeClr val="dk1"/>
                </a:solidFill>
                <a:latin typeface="Arial"/>
                <a:ea typeface="Arial"/>
              </a:rPr>
              <a:t>Cómo leer archivos (.csv, .txt y .xlsx)</a:t>
            </a:r>
            <a:endParaRPr b="0" lang="en-US" sz="1400" spc="-1" strike="noStrike">
              <a:solidFill>
                <a:srgbClr val="000000"/>
              </a:solidFill>
              <a:latin typeface="Arial"/>
            </a:endParaRPr>
          </a:p>
        </p:txBody>
      </p:sp>
      <p:sp>
        <p:nvSpPr>
          <p:cNvPr id="268" name="Google Shape;398;p44"/>
          <p:cNvSpPr/>
          <p:nvPr/>
        </p:nvSpPr>
        <p:spPr>
          <a:xfrm>
            <a:off x="167760" y="785880"/>
            <a:ext cx="4230720" cy="2250720"/>
          </a:xfrm>
          <a:prstGeom prst="rect">
            <a:avLst/>
          </a:prstGeom>
          <a:noFill/>
          <a:ln w="0">
            <a:noFill/>
          </a:ln>
        </p:spPr>
        <p:style>
          <a:lnRef idx="0"/>
          <a:fillRef idx="0"/>
          <a:effectRef idx="0"/>
          <a:fontRef idx="minor"/>
        </p:style>
        <p:txBody>
          <a:bodyPr tIns="91440" bIns="91440" anchor="t">
            <a:noAutofit/>
          </a:bodyPr>
          <a:p>
            <a:pPr marL="432000" indent="-331560">
              <a:lnSpc>
                <a:spcPct val="100000"/>
              </a:lnSpc>
              <a:buClr>
                <a:srgbClr val="000000"/>
              </a:buClr>
              <a:buFont typeface="Noto Sans Symbols"/>
              <a:buChar char="●"/>
            </a:pPr>
            <a:r>
              <a:rPr b="0" lang="en-US" sz="1200" spc="-1" strike="noStrike">
                <a:solidFill>
                  <a:schemeClr val="dk1"/>
                </a:solidFill>
                <a:latin typeface="Arial"/>
                <a:ea typeface="Arial"/>
              </a:rPr>
              <a:t>Vemos que al leer textos planos (.csv y .txt) se debe ingresar el caracter por el cual las columnas están separadas (‘,’,’;’,’-’, etc) además del nombre del archivo a leer. Decir header=0 es decir que se use el primer registro a modo de header.</a:t>
            </a:r>
            <a:endParaRPr b="0" lang="en-US" sz="1200" spc="-1" strike="noStrike">
              <a:solidFill>
                <a:srgbClr val="000000"/>
              </a:solidFill>
              <a:latin typeface="Arial"/>
            </a:endParaRPr>
          </a:p>
          <a:p>
            <a:pPr marL="432000" indent="-331560">
              <a:lnSpc>
                <a:spcPct val="100000"/>
              </a:lnSpc>
              <a:spcBef>
                <a:spcPts val="1060"/>
              </a:spcBef>
              <a:buClr>
                <a:srgbClr val="000000"/>
              </a:buClr>
              <a:buFont typeface="Noto Sans Symbols"/>
              <a:buChar char="●"/>
            </a:pPr>
            <a:r>
              <a:rPr b="0" lang="en-US" sz="1200" spc="-1" strike="noStrike">
                <a:solidFill>
                  <a:schemeClr val="dk1"/>
                </a:solidFill>
                <a:latin typeface="Arial"/>
                <a:ea typeface="Arial"/>
              </a:rPr>
              <a:t>Al leer .xlsx el campo de separador deja de ser necesario. Se agrega el campo opcional “sheet” ya que los excels admiten varias sheets. En caso de no pasar este parámetro, se lee la primera sheet. </a:t>
            </a:r>
            <a:endParaRPr b="0" lang="en-US" sz="1200" spc="-1" strike="noStrike">
              <a:solidFill>
                <a:srgbClr val="000000"/>
              </a:solidFill>
              <a:latin typeface="Arial"/>
            </a:endParaRPr>
          </a:p>
        </p:txBody>
      </p:sp>
    </p:spTree>
  </p:cSld>
  <p:transition>
    <p:fade thruBlk="true"/>
  </p:transition>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Google Shape;403;p45"/>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270" name="PlaceHolder 1"/>
          <p:cNvSpPr>
            <a:spLocks noGrp="1"/>
          </p:cNvSpPr>
          <p:nvPr>
            <p:ph type="sldNum" idx="49"/>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85CB34DD-4F88-4A99-A462-9FF67BDD7B26}"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271" name="Google Shape;405;p45"/>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272" name="Google Shape;406;p45" descr="di_tella2.png"/>
          <p:cNvPicPr/>
          <p:nvPr/>
        </p:nvPicPr>
        <p:blipFill>
          <a:blip r:embed="rId1"/>
          <a:stretch/>
        </p:blipFill>
        <p:spPr>
          <a:xfrm>
            <a:off x="4061520" y="1800"/>
            <a:ext cx="548280" cy="340200"/>
          </a:xfrm>
          <a:prstGeom prst="rect">
            <a:avLst/>
          </a:prstGeom>
          <a:ln w="0">
            <a:noFill/>
          </a:ln>
        </p:spPr>
      </p:pic>
      <p:sp>
        <p:nvSpPr>
          <p:cNvPr id="273" name="Google Shape;407;p45"/>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274" name="Google Shape;408;p45"/>
          <p:cNvSpPr/>
          <p:nvPr/>
        </p:nvSpPr>
        <p:spPr>
          <a:xfrm>
            <a:off x="52920" y="388440"/>
            <a:ext cx="2347920" cy="34416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1" lang="en-US" sz="1400" spc="-1" strike="noStrike">
                <a:solidFill>
                  <a:schemeClr val="dk1"/>
                </a:solidFill>
                <a:latin typeface="Arial"/>
                <a:ea typeface="Arial"/>
              </a:rPr>
              <a:t>Concepto de dataframe</a:t>
            </a:r>
            <a:endParaRPr b="0" lang="en-US" sz="1400" spc="-1" strike="noStrike">
              <a:solidFill>
                <a:srgbClr val="000000"/>
              </a:solidFill>
              <a:latin typeface="Arial"/>
            </a:endParaRPr>
          </a:p>
        </p:txBody>
      </p:sp>
      <p:sp>
        <p:nvSpPr>
          <p:cNvPr id="275" name="Google Shape;409;p45"/>
          <p:cNvSpPr/>
          <p:nvPr/>
        </p:nvSpPr>
        <p:spPr>
          <a:xfrm>
            <a:off x="167760" y="785880"/>
            <a:ext cx="4230720" cy="2250720"/>
          </a:xfrm>
          <a:prstGeom prst="rect">
            <a:avLst/>
          </a:prstGeom>
          <a:noFill/>
          <a:ln w="0">
            <a:noFill/>
          </a:ln>
        </p:spPr>
        <p:style>
          <a:lnRef idx="0"/>
          <a:fillRef idx="0"/>
          <a:effectRef idx="0"/>
          <a:fontRef idx="minor"/>
        </p:style>
        <p:txBody>
          <a:bodyPr tIns="91440" bIns="91440" anchor="t">
            <a:noAutofit/>
          </a:bodyPr>
          <a:p>
            <a:pPr marL="457200" indent="-304920">
              <a:lnSpc>
                <a:spcPct val="100000"/>
              </a:lnSpc>
              <a:buClr>
                <a:srgbClr val="000000"/>
              </a:buClr>
              <a:buFont typeface="Noto Sans Symbols"/>
              <a:buChar char="●"/>
            </a:pPr>
            <a:r>
              <a:rPr b="0" lang="en-US" sz="1200" spc="-1" strike="noStrike">
                <a:solidFill>
                  <a:schemeClr val="dk1"/>
                </a:solidFill>
                <a:latin typeface="Arial"/>
                <a:ea typeface="Arial"/>
              </a:rPr>
              <a:t>Todas las variables creadas en la filmina anterior dan como resultado dataframes.</a:t>
            </a:r>
            <a:endParaRPr b="0" lang="en-US" sz="1200" spc="-1" strike="noStrike">
              <a:solidFill>
                <a:srgbClr val="000000"/>
              </a:solidFill>
              <a:latin typeface="Arial"/>
            </a:endParaRPr>
          </a:p>
          <a:p>
            <a:pPr marL="457200" indent="-304920">
              <a:lnSpc>
                <a:spcPct val="100000"/>
              </a:lnSpc>
              <a:spcBef>
                <a:spcPts val="1060"/>
              </a:spcBef>
              <a:buClr>
                <a:srgbClr val="000000"/>
              </a:buClr>
              <a:buFont typeface="Noto Sans Symbols"/>
              <a:buChar char="●"/>
            </a:pPr>
            <a:r>
              <a:rPr b="0" lang="en-US" sz="1200" spc="-1" strike="noStrike">
                <a:solidFill>
                  <a:schemeClr val="dk1"/>
                </a:solidFill>
                <a:latin typeface="Arial"/>
                <a:ea typeface="Arial"/>
              </a:rPr>
              <a:t>Los dataframes son objetos de la librería pandas, específicamente creados como representaciones de data tabular.</a:t>
            </a:r>
            <a:endParaRPr b="0" lang="en-US" sz="1200" spc="-1" strike="noStrike">
              <a:solidFill>
                <a:srgbClr val="000000"/>
              </a:solidFill>
              <a:latin typeface="Arial"/>
            </a:endParaRPr>
          </a:p>
          <a:p>
            <a:pPr marL="457200" indent="-304920">
              <a:lnSpc>
                <a:spcPct val="100000"/>
              </a:lnSpc>
              <a:spcBef>
                <a:spcPts val="1060"/>
              </a:spcBef>
              <a:buClr>
                <a:srgbClr val="000000"/>
              </a:buClr>
              <a:buFont typeface="Noto Sans Symbols"/>
              <a:buChar char="●"/>
            </a:pPr>
            <a:r>
              <a:rPr b="0" lang="en-US" sz="1200" spc="-1" strike="noStrike">
                <a:solidFill>
                  <a:schemeClr val="dk1"/>
                </a:solidFill>
                <a:latin typeface="Arial"/>
                <a:ea typeface="Arial"/>
              </a:rPr>
              <a:t>Cada registro (fila) de un dataframe tiene un índice asociado</a:t>
            </a:r>
            <a:endParaRPr b="0" lang="en-US" sz="1200" spc="-1" strike="noStrike">
              <a:solidFill>
                <a:srgbClr val="000000"/>
              </a:solidFill>
              <a:latin typeface="Arial"/>
            </a:endParaRPr>
          </a:p>
          <a:p>
            <a:pPr marL="457200" indent="-304920">
              <a:lnSpc>
                <a:spcPct val="100000"/>
              </a:lnSpc>
              <a:spcBef>
                <a:spcPts val="1060"/>
              </a:spcBef>
              <a:buClr>
                <a:srgbClr val="000000"/>
              </a:buClr>
              <a:buFont typeface="Noto Sans Symbols"/>
              <a:buChar char="●"/>
            </a:pPr>
            <a:r>
              <a:rPr b="0" lang="en-US" sz="1200" spc="-1" strike="noStrike">
                <a:solidFill>
                  <a:schemeClr val="dk1"/>
                </a:solidFill>
                <a:latin typeface="Arial"/>
                <a:ea typeface="Arial"/>
              </a:rPr>
              <a:t>A su vez, estos dataframes están compuestos de otras estructuras llamadas Pandas Series (columnas/atributos del df).</a:t>
            </a:r>
            <a:endParaRPr b="0" lang="en-US" sz="1200" spc="-1" strike="noStrike">
              <a:solidFill>
                <a:srgbClr val="000000"/>
              </a:solidFill>
              <a:latin typeface="Arial"/>
            </a:endParaRPr>
          </a:p>
          <a:p>
            <a:pPr>
              <a:lnSpc>
                <a:spcPct val="100000"/>
              </a:lnSpc>
              <a:spcBef>
                <a:spcPts val="1060"/>
              </a:spcBef>
              <a:tabLst>
                <a:tab algn="l" pos="0"/>
              </a:tabLst>
            </a:pPr>
            <a:endParaRPr b="0" lang="en-US" sz="1200" spc="-1" strike="noStrike">
              <a:solidFill>
                <a:srgbClr val="000000"/>
              </a:solidFill>
              <a:latin typeface="Arial"/>
            </a:endParaRPr>
          </a:p>
        </p:txBody>
      </p:sp>
    </p:spTree>
  </p:cSld>
  <p:transition>
    <p:fade thruBlk="true"/>
  </p:transition>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Google Shape;414;p46"/>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277" name="PlaceHolder 1"/>
          <p:cNvSpPr>
            <a:spLocks noGrp="1"/>
          </p:cNvSpPr>
          <p:nvPr>
            <p:ph type="sldNum" idx="50"/>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930AB0F0-3779-4993-BA12-34BB7D0D982B}"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278" name="Google Shape;416;p46"/>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279" name="Google Shape;417;p46" descr="di_tella2.png"/>
          <p:cNvPicPr/>
          <p:nvPr/>
        </p:nvPicPr>
        <p:blipFill>
          <a:blip r:embed="rId1"/>
          <a:stretch/>
        </p:blipFill>
        <p:spPr>
          <a:xfrm>
            <a:off x="4061520" y="1800"/>
            <a:ext cx="548280" cy="340200"/>
          </a:xfrm>
          <a:prstGeom prst="rect">
            <a:avLst/>
          </a:prstGeom>
          <a:ln w="0">
            <a:noFill/>
          </a:ln>
        </p:spPr>
      </p:pic>
      <p:sp>
        <p:nvSpPr>
          <p:cNvPr id="280" name="Google Shape;418;p46"/>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281" name="Google Shape;419;p46"/>
          <p:cNvSpPr/>
          <p:nvPr/>
        </p:nvSpPr>
        <p:spPr>
          <a:xfrm>
            <a:off x="52920" y="388440"/>
            <a:ext cx="2347920" cy="34416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1" lang="en-US" sz="1400" spc="-1" strike="noStrike">
                <a:solidFill>
                  <a:schemeClr val="dk1"/>
                </a:solidFill>
                <a:latin typeface="Arial"/>
                <a:ea typeface="Arial"/>
              </a:rPr>
              <a:t>Concepto de dataframe</a:t>
            </a:r>
            <a:endParaRPr b="0" lang="en-US" sz="1400" spc="-1" strike="noStrike">
              <a:solidFill>
                <a:srgbClr val="000000"/>
              </a:solidFill>
              <a:latin typeface="Arial"/>
            </a:endParaRPr>
          </a:p>
        </p:txBody>
      </p:sp>
      <p:sp>
        <p:nvSpPr>
          <p:cNvPr id="282" name="Google Shape;420;p46"/>
          <p:cNvSpPr/>
          <p:nvPr/>
        </p:nvSpPr>
        <p:spPr>
          <a:xfrm>
            <a:off x="167760" y="785880"/>
            <a:ext cx="4230720" cy="2250720"/>
          </a:xfrm>
          <a:prstGeom prst="rect">
            <a:avLst/>
          </a:prstGeom>
          <a:noFill/>
          <a:ln w="0">
            <a:noFill/>
          </a:ln>
        </p:spPr>
        <p:style>
          <a:lnRef idx="0"/>
          <a:fillRef idx="0"/>
          <a:effectRef idx="0"/>
          <a:fontRef idx="minor"/>
        </p:style>
        <p:txBody>
          <a:bodyPr tIns="91440" bIns="91440" anchor="t">
            <a:noAutofit/>
          </a:bodyPr>
          <a:p>
            <a:pPr marL="432000" indent="-331560">
              <a:lnSpc>
                <a:spcPct val="100000"/>
              </a:lnSpc>
              <a:buClr>
                <a:srgbClr val="000000"/>
              </a:buClr>
              <a:buFont typeface="Noto Sans Symbols"/>
              <a:buChar char="●"/>
            </a:pPr>
            <a:r>
              <a:rPr b="0" lang="en-US" sz="1200" spc="-1" strike="noStrike">
                <a:solidFill>
                  <a:schemeClr val="dk1"/>
                </a:solidFill>
                <a:latin typeface="Arial"/>
                <a:ea typeface="Arial"/>
              </a:rPr>
              <a:t>Vimos cómo crear dataframes desde archivos.</a:t>
            </a:r>
            <a:endParaRPr b="0" lang="en-US" sz="1200" spc="-1" strike="noStrike">
              <a:solidFill>
                <a:srgbClr val="000000"/>
              </a:solidFill>
              <a:latin typeface="Arial"/>
            </a:endParaRPr>
          </a:p>
          <a:p>
            <a:pPr marL="432000" indent="-331560">
              <a:lnSpc>
                <a:spcPct val="100000"/>
              </a:lnSpc>
              <a:spcBef>
                <a:spcPts val="1060"/>
              </a:spcBef>
              <a:buClr>
                <a:srgbClr val="000000"/>
              </a:buClr>
              <a:buFont typeface="Noto Sans Symbols"/>
              <a:buChar char="●"/>
            </a:pPr>
            <a:r>
              <a:rPr b="0" lang="en-US" sz="1200" spc="-1" strike="noStrike">
                <a:solidFill>
                  <a:schemeClr val="dk1"/>
                </a:solidFill>
                <a:latin typeface="Arial"/>
                <a:ea typeface="Arial"/>
              </a:rPr>
              <a:t>Crear un df vacío:</a:t>
            </a:r>
            <a:endParaRPr b="0" lang="en-US" sz="1200" spc="-1" strike="noStrike">
              <a:solidFill>
                <a:srgbClr val="000000"/>
              </a:solidFill>
              <a:latin typeface="Arial"/>
            </a:endParaRPr>
          </a:p>
          <a:p>
            <a:pPr lvl="1" marL="864000" indent="-340200">
              <a:lnSpc>
                <a:spcPct val="100000"/>
              </a:lnSpc>
              <a:spcBef>
                <a:spcPts val="850"/>
              </a:spcBef>
              <a:buClr>
                <a:srgbClr val="000000"/>
              </a:buClr>
              <a:buFont typeface="Noto Sans Symbols"/>
              <a:buChar char="●"/>
            </a:pPr>
            <a:r>
              <a:rPr b="0" lang="en-US" sz="1200" spc="-1" strike="noStrike">
                <a:solidFill>
                  <a:schemeClr val="dk1"/>
                </a:solidFill>
                <a:latin typeface="Arial"/>
                <a:ea typeface="Arial"/>
              </a:rPr>
              <a:t>df_vacío=pd.DataFrame()</a:t>
            </a:r>
            <a:endParaRPr b="0" lang="en-US" sz="1200" spc="-1" strike="noStrike">
              <a:solidFill>
                <a:srgbClr val="000000"/>
              </a:solidFill>
              <a:latin typeface="Arial"/>
            </a:endParaRPr>
          </a:p>
          <a:p>
            <a:pPr marL="432000" indent="-331560">
              <a:lnSpc>
                <a:spcPct val="100000"/>
              </a:lnSpc>
              <a:spcBef>
                <a:spcPts val="1060"/>
              </a:spcBef>
              <a:buClr>
                <a:srgbClr val="000000"/>
              </a:buClr>
              <a:buFont typeface="Noto Sans Symbols"/>
              <a:buChar char="●"/>
            </a:pPr>
            <a:r>
              <a:rPr b="0" lang="en-US" sz="1200" spc="-1" strike="noStrike">
                <a:solidFill>
                  <a:schemeClr val="dk1"/>
                </a:solidFill>
                <a:latin typeface="Arial"/>
                <a:ea typeface="Arial"/>
              </a:rPr>
              <a:t>Crear un df en particular: pasarle al comando un diccionario cuyas keys sean los títulos de las columnas y los vals sean listas con los datos.</a:t>
            </a:r>
            <a:endParaRPr b="0" lang="en-US" sz="1200" spc="-1" strike="noStrike">
              <a:solidFill>
                <a:srgbClr val="000000"/>
              </a:solidFill>
              <a:latin typeface="Arial"/>
            </a:endParaRPr>
          </a:p>
          <a:p>
            <a:pPr lvl="1" marL="864000" indent="-340200">
              <a:lnSpc>
                <a:spcPct val="100000"/>
              </a:lnSpc>
              <a:spcBef>
                <a:spcPts val="850"/>
              </a:spcBef>
              <a:buClr>
                <a:srgbClr val="000000"/>
              </a:buClr>
              <a:buFont typeface="Noto Sans Symbols"/>
              <a:buChar char="●"/>
            </a:pPr>
            <a:r>
              <a:rPr b="0" lang="en-US" sz="1200" spc="-1" strike="noStrike">
                <a:solidFill>
                  <a:schemeClr val="dk1"/>
                </a:solidFill>
                <a:latin typeface="Arial"/>
                <a:ea typeface="Arial"/>
              </a:rPr>
              <a:t>df = pd.DataFrame ({'Nombres': ['Juan','Gaston','Julian'], 'notas': [7,8,9]})</a:t>
            </a:r>
            <a:endParaRPr b="0" lang="en-US" sz="1200" spc="-1" strike="noStrike">
              <a:solidFill>
                <a:srgbClr val="000000"/>
              </a:solidFill>
              <a:latin typeface="Arial"/>
            </a:endParaRPr>
          </a:p>
          <a:p>
            <a:pPr>
              <a:lnSpc>
                <a:spcPct val="100000"/>
              </a:lnSpc>
              <a:spcBef>
                <a:spcPts val="1060"/>
              </a:spcBef>
              <a:tabLst>
                <a:tab algn="l" pos="0"/>
              </a:tabLst>
            </a:pPr>
            <a:endParaRPr b="0" lang="en-US" sz="1200" spc="-1" strike="noStrike">
              <a:solidFill>
                <a:srgbClr val="000000"/>
              </a:solidFill>
              <a:latin typeface="Arial"/>
            </a:endParaRPr>
          </a:p>
        </p:txBody>
      </p:sp>
    </p:spTree>
  </p:cSld>
  <p:transition>
    <p:fade thruBlk="true"/>
  </p:transition>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Google Shape;425;p47"/>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284" name="PlaceHolder 1"/>
          <p:cNvSpPr>
            <a:spLocks noGrp="1"/>
          </p:cNvSpPr>
          <p:nvPr>
            <p:ph type="sldNum" idx="51"/>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12E6C696-1AAB-492D-961A-3F25FC73BB85}"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285" name="Google Shape;427;p47"/>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286" name="Google Shape;428;p47" descr="di_tella2.png"/>
          <p:cNvPicPr/>
          <p:nvPr/>
        </p:nvPicPr>
        <p:blipFill>
          <a:blip r:embed="rId1"/>
          <a:stretch/>
        </p:blipFill>
        <p:spPr>
          <a:xfrm>
            <a:off x="4061520" y="1800"/>
            <a:ext cx="548280" cy="340200"/>
          </a:xfrm>
          <a:prstGeom prst="rect">
            <a:avLst/>
          </a:prstGeom>
          <a:ln w="0">
            <a:noFill/>
          </a:ln>
        </p:spPr>
      </p:pic>
      <p:sp>
        <p:nvSpPr>
          <p:cNvPr id="287" name="Google Shape;429;p47"/>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288" name="Google Shape;430;p47"/>
          <p:cNvSpPr/>
          <p:nvPr/>
        </p:nvSpPr>
        <p:spPr>
          <a:xfrm>
            <a:off x="52920" y="388440"/>
            <a:ext cx="2877840" cy="34416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1" lang="en-US" sz="1400" spc="-1" strike="noStrike">
                <a:solidFill>
                  <a:schemeClr val="dk1"/>
                </a:solidFill>
                <a:latin typeface="Arial"/>
                <a:ea typeface="Arial"/>
              </a:rPr>
              <a:t>Como indexar/manipular un df</a:t>
            </a:r>
            <a:endParaRPr b="0" lang="en-US" sz="1400" spc="-1" strike="noStrike">
              <a:solidFill>
                <a:srgbClr val="000000"/>
              </a:solidFill>
              <a:latin typeface="Arial"/>
            </a:endParaRPr>
          </a:p>
        </p:txBody>
      </p:sp>
      <p:sp>
        <p:nvSpPr>
          <p:cNvPr id="289" name="Google Shape;431;p47"/>
          <p:cNvSpPr/>
          <p:nvPr/>
        </p:nvSpPr>
        <p:spPr>
          <a:xfrm>
            <a:off x="-61920" y="785880"/>
            <a:ext cx="4671720" cy="2250720"/>
          </a:xfrm>
          <a:prstGeom prst="rect">
            <a:avLst/>
          </a:prstGeom>
          <a:noFill/>
          <a:ln w="0">
            <a:noFill/>
          </a:ln>
        </p:spPr>
        <p:style>
          <a:lnRef idx="0"/>
          <a:fillRef idx="0"/>
          <a:effectRef idx="0"/>
          <a:fontRef idx="minor"/>
        </p:style>
        <p:txBody>
          <a:bodyPr tIns="91440" bIns="91440" anchor="t">
            <a:noAutofit/>
          </a:bodyPr>
          <a:p>
            <a:pPr marL="457200" indent="-291960">
              <a:lnSpc>
                <a:spcPct val="100000"/>
              </a:lnSpc>
              <a:buClr>
                <a:srgbClr val="000000"/>
              </a:buClr>
              <a:buFont typeface="Noto Sans Symbols"/>
              <a:buChar char="●"/>
            </a:pPr>
            <a:r>
              <a:rPr b="1" lang="en-US" sz="1000" spc="-1" strike="noStrike">
                <a:solidFill>
                  <a:schemeClr val="dk1"/>
                </a:solidFill>
                <a:latin typeface="Arial"/>
                <a:ea typeface="Arial"/>
              </a:rPr>
              <a:t>df[‘campo_1’] </a:t>
            </a:r>
            <a:r>
              <a:rPr b="0" lang="en-US" sz="1000" spc="-1" strike="noStrike">
                <a:solidFill>
                  <a:schemeClr val="dk1"/>
                </a:solidFill>
                <a:latin typeface="Arial"/>
                <a:ea typeface="Arial"/>
              </a:rPr>
              <a:t>devuelve los datos de la columna cuyo nombre es ‘campo_1’. Si le asignáramos una variable, sería del tipo “series”</a:t>
            </a:r>
            <a:endParaRPr b="0" lang="en-US" sz="1000" spc="-1" strike="noStrike">
              <a:solidFill>
                <a:srgbClr val="000000"/>
              </a:solidFill>
              <a:latin typeface="Arial"/>
            </a:endParaRPr>
          </a:p>
          <a:p>
            <a:pPr marL="457200" indent="-291960">
              <a:lnSpc>
                <a:spcPct val="100000"/>
              </a:lnSpc>
              <a:spcBef>
                <a:spcPts val="1060"/>
              </a:spcBef>
              <a:buClr>
                <a:srgbClr val="000000"/>
              </a:buClr>
              <a:buFont typeface="Noto Sans Symbols"/>
              <a:buChar char="●"/>
            </a:pPr>
            <a:r>
              <a:rPr b="1" lang="en-US" sz="1000" spc="-1" strike="noStrike">
                <a:solidFill>
                  <a:schemeClr val="dk1"/>
                </a:solidFill>
                <a:latin typeface="Arial"/>
                <a:ea typeface="Arial"/>
              </a:rPr>
              <a:t>df[‘campo_1’][0] </a:t>
            </a:r>
            <a:r>
              <a:rPr b="0" lang="en-US" sz="1000" spc="-1" strike="noStrike">
                <a:solidFill>
                  <a:schemeClr val="dk1"/>
                </a:solidFill>
                <a:latin typeface="Arial"/>
                <a:ea typeface="Arial"/>
              </a:rPr>
              <a:t>devuelve el dato puntual correspondiente al atributo “campo_1” y al ÍNDICE 0. Fijarse que hablamos de índice, no de posición.</a:t>
            </a:r>
            <a:endParaRPr b="0" lang="en-US" sz="1000" spc="-1" strike="noStrike">
              <a:solidFill>
                <a:srgbClr val="000000"/>
              </a:solidFill>
              <a:latin typeface="Arial"/>
            </a:endParaRPr>
          </a:p>
          <a:p>
            <a:pPr marL="457200" indent="-291960">
              <a:lnSpc>
                <a:spcPct val="100000"/>
              </a:lnSpc>
              <a:spcBef>
                <a:spcPts val="1060"/>
              </a:spcBef>
              <a:buClr>
                <a:srgbClr val="000000"/>
              </a:buClr>
              <a:buFont typeface="Noto Sans Symbols"/>
              <a:buChar char="●"/>
            </a:pPr>
            <a:r>
              <a:rPr b="1" lang="en-US" sz="1000" spc="-1" strike="noStrike">
                <a:solidFill>
                  <a:schemeClr val="dk1"/>
                </a:solidFill>
                <a:latin typeface="Arial"/>
                <a:ea typeface="Arial"/>
              </a:rPr>
              <a:t> </a:t>
            </a:r>
            <a:r>
              <a:rPr b="1" lang="en-US" sz="1000" spc="-1" strike="noStrike">
                <a:solidFill>
                  <a:schemeClr val="dk1"/>
                </a:solidFill>
                <a:latin typeface="Arial"/>
                <a:ea typeface="Arial"/>
              </a:rPr>
              <a:t>df.iloc[indice]</a:t>
            </a:r>
            <a:r>
              <a:rPr b="0" lang="en-US" sz="1000" spc="-1" strike="noStrike">
                <a:solidFill>
                  <a:schemeClr val="dk1"/>
                </a:solidFill>
                <a:latin typeface="Arial"/>
                <a:ea typeface="Arial"/>
              </a:rPr>
              <a:t> devuelve la fila correspondiente al índice en cuestión. Lo hace en forma de pd.series (“columna”) solo que los índices pasan a ser los nombres de columna.</a:t>
            </a:r>
            <a:endParaRPr b="0" lang="en-US" sz="1000" spc="-1" strike="noStrike">
              <a:solidFill>
                <a:srgbClr val="000000"/>
              </a:solidFill>
              <a:latin typeface="Arial"/>
            </a:endParaRPr>
          </a:p>
          <a:p>
            <a:pPr marL="457200" indent="-291960">
              <a:lnSpc>
                <a:spcPct val="100000"/>
              </a:lnSpc>
              <a:spcBef>
                <a:spcPts val="1060"/>
              </a:spcBef>
              <a:buClr>
                <a:srgbClr val="000000"/>
              </a:buClr>
              <a:buFont typeface="Noto Sans Symbols"/>
              <a:buChar char="●"/>
            </a:pPr>
            <a:r>
              <a:rPr b="1" lang="en-US" sz="1000" spc="-1" strike="noStrike">
                <a:solidFill>
                  <a:schemeClr val="dk1"/>
                </a:solidFill>
                <a:latin typeface="Arial"/>
                <a:ea typeface="Arial"/>
              </a:rPr>
              <a:t>df.loc[indice,’columna_1’]=valor</a:t>
            </a:r>
            <a:r>
              <a:rPr b="0" lang="en-US" sz="1000" spc="-1" strike="noStrike">
                <a:solidFill>
                  <a:schemeClr val="dk1"/>
                </a:solidFill>
                <a:latin typeface="Arial"/>
                <a:ea typeface="Arial"/>
              </a:rPr>
              <a:t> asigna un valor a determinada posición del df (a la que responda al índice y el nombre de columna)</a:t>
            </a:r>
            <a:endParaRPr b="0" lang="en-US" sz="1000" spc="-1" strike="noStrike">
              <a:solidFill>
                <a:srgbClr val="000000"/>
              </a:solidFill>
              <a:latin typeface="Arial"/>
            </a:endParaRPr>
          </a:p>
          <a:p>
            <a:pPr>
              <a:lnSpc>
                <a:spcPct val="100000"/>
              </a:lnSpc>
              <a:tabLst>
                <a:tab algn="l" pos="0"/>
              </a:tabLst>
            </a:pPr>
            <a:endParaRPr b="0" lang="en-US" sz="1200" spc="-1" strike="noStrike">
              <a:solidFill>
                <a:srgbClr val="000000"/>
              </a:solidFill>
              <a:latin typeface="Arial"/>
            </a:endParaRPr>
          </a:p>
          <a:p>
            <a:pPr>
              <a:lnSpc>
                <a:spcPct val="100000"/>
              </a:lnSpc>
              <a:spcBef>
                <a:spcPts val="1060"/>
              </a:spcBef>
              <a:tabLst>
                <a:tab algn="l" pos="0"/>
              </a:tabLst>
            </a:pPr>
            <a:endParaRPr b="0" lang="en-US" sz="1200" spc="-1" strike="noStrike">
              <a:solidFill>
                <a:srgbClr val="000000"/>
              </a:solidFill>
              <a:latin typeface="Arial"/>
            </a:endParaRPr>
          </a:p>
        </p:txBody>
      </p:sp>
    </p:spTree>
  </p:cSld>
  <p:transition>
    <p:fade thruBlk="true"/>
  </p:transition>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Google Shape;436;p48"/>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291" name="PlaceHolder 1"/>
          <p:cNvSpPr>
            <a:spLocks noGrp="1"/>
          </p:cNvSpPr>
          <p:nvPr>
            <p:ph type="sldNum" idx="52"/>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1B60BF38-B981-4F83-9C23-751CFD1A6B89}"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292" name="Google Shape;438;p48"/>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293" name="Google Shape;439;p48" descr="di_tella2.png"/>
          <p:cNvPicPr/>
          <p:nvPr/>
        </p:nvPicPr>
        <p:blipFill>
          <a:blip r:embed="rId1"/>
          <a:stretch/>
        </p:blipFill>
        <p:spPr>
          <a:xfrm>
            <a:off x="4061520" y="1800"/>
            <a:ext cx="548280" cy="340200"/>
          </a:xfrm>
          <a:prstGeom prst="rect">
            <a:avLst/>
          </a:prstGeom>
          <a:ln w="0">
            <a:noFill/>
          </a:ln>
        </p:spPr>
      </p:pic>
      <p:sp>
        <p:nvSpPr>
          <p:cNvPr id="294" name="Google Shape;440;p48"/>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295" name="Google Shape;441;p48"/>
          <p:cNvSpPr/>
          <p:nvPr/>
        </p:nvSpPr>
        <p:spPr>
          <a:xfrm>
            <a:off x="52920" y="388440"/>
            <a:ext cx="1791720" cy="34416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1" lang="en-US" sz="1400" spc="-1" strike="noStrike">
                <a:solidFill>
                  <a:schemeClr val="dk1"/>
                </a:solidFill>
                <a:latin typeface="Arial"/>
                <a:ea typeface="Arial"/>
              </a:rPr>
              <a:t>Funciones útiles</a:t>
            </a:r>
            <a:endParaRPr b="0" lang="en-US" sz="1400" spc="-1" strike="noStrike">
              <a:solidFill>
                <a:srgbClr val="000000"/>
              </a:solidFill>
              <a:latin typeface="Arial"/>
            </a:endParaRPr>
          </a:p>
        </p:txBody>
      </p:sp>
      <p:sp>
        <p:nvSpPr>
          <p:cNvPr id="296" name="Google Shape;442;p48"/>
          <p:cNvSpPr/>
          <p:nvPr/>
        </p:nvSpPr>
        <p:spPr>
          <a:xfrm>
            <a:off x="-61920" y="785880"/>
            <a:ext cx="4671720" cy="2250720"/>
          </a:xfrm>
          <a:prstGeom prst="rect">
            <a:avLst/>
          </a:prstGeom>
          <a:noFill/>
          <a:ln w="0">
            <a:noFill/>
          </a:ln>
        </p:spPr>
        <p:style>
          <a:lnRef idx="0"/>
          <a:fillRef idx="0"/>
          <a:effectRef idx="0"/>
          <a:fontRef idx="minor"/>
        </p:style>
        <p:txBody>
          <a:bodyPr tIns="91440" bIns="91440" anchor="t">
            <a:noAutofit/>
          </a:bodyPr>
          <a:p>
            <a:pPr marL="457200" indent="-304920">
              <a:lnSpc>
                <a:spcPct val="100000"/>
              </a:lnSpc>
              <a:buClr>
                <a:srgbClr val="000000"/>
              </a:buClr>
              <a:buFont typeface="Noto Sans Symbols"/>
              <a:buChar char="●"/>
            </a:pPr>
            <a:r>
              <a:rPr b="1" lang="en-US" sz="1200" spc="-1" strike="noStrike">
                <a:solidFill>
                  <a:schemeClr val="dk1"/>
                </a:solidFill>
                <a:latin typeface="Arial"/>
                <a:ea typeface="Arial"/>
              </a:rPr>
              <a:t>len(df)</a:t>
            </a:r>
            <a:r>
              <a:rPr b="0" lang="en-US" sz="1200" spc="-1" strike="noStrike">
                <a:solidFill>
                  <a:schemeClr val="dk1"/>
                </a:solidFill>
                <a:latin typeface="Arial"/>
                <a:ea typeface="Arial"/>
              </a:rPr>
              <a:t> te dice cuantas filas hay en el df</a:t>
            </a:r>
            <a:endParaRPr b="0" lang="en-US" sz="1200" spc="-1" strike="noStrike">
              <a:solidFill>
                <a:srgbClr val="000000"/>
              </a:solidFill>
              <a:latin typeface="Arial"/>
            </a:endParaRPr>
          </a:p>
          <a:p>
            <a:pPr marL="457200" indent="-304920">
              <a:lnSpc>
                <a:spcPct val="100000"/>
              </a:lnSpc>
              <a:spcBef>
                <a:spcPts val="1060"/>
              </a:spcBef>
              <a:buClr>
                <a:srgbClr val="000000"/>
              </a:buClr>
              <a:buFont typeface="Noto Sans Symbols"/>
              <a:buChar char="●"/>
            </a:pPr>
            <a:r>
              <a:rPr b="1" lang="en-US" sz="1200" spc="-1" strike="noStrike">
                <a:solidFill>
                  <a:schemeClr val="dk1"/>
                </a:solidFill>
                <a:latin typeface="Arial"/>
                <a:ea typeface="Arial"/>
              </a:rPr>
              <a:t>list(df.columns)</a:t>
            </a:r>
            <a:r>
              <a:rPr b="0" lang="en-US" sz="1200" spc="-1" strike="noStrike">
                <a:solidFill>
                  <a:schemeClr val="dk1"/>
                </a:solidFill>
                <a:latin typeface="Arial"/>
                <a:ea typeface="Arial"/>
              </a:rPr>
              <a:t> arroja una lista donde cada elemento es el nombre de una de las columnas del df</a:t>
            </a:r>
            <a:endParaRPr b="0" lang="en-US" sz="1200" spc="-1" strike="noStrike">
              <a:solidFill>
                <a:srgbClr val="000000"/>
              </a:solidFill>
              <a:latin typeface="Arial"/>
            </a:endParaRPr>
          </a:p>
          <a:p>
            <a:pPr marL="457200" indent="-304920">
              <a:lnSpc>
                <a:spcPct val="100000"/>
              </a:lnSpc>
              <a:spcBef>
                <a:spcPts val="1060"/>
              </a:spcBef>
              <a:buClr>
                <a:srgbClr val="000000"/>
              </a:buClr>
              <a:buFont typeface="Noto Sans Symbols"/>
              <a:buChar char="●"/>
            </a:pPr>
            <a:r>
              <a:rPr b="1" lang="en-US" sz="1200" spc="-1" strike="noStrike">
                <a:solidFill>
                  <a:schemeClr val="dk1"/>
                </a:solidFill>
                <a:latin typeface="Arial"/>
                <a:ea typeface="Arial"/>
              </a:rPr>
              <a:t>df.fillna(valor)</a:t>
            </a:r>
            <a:r>
              <a:rPr b="0" lang="en-US" sz="1200" spc="-1" strike="noStrike">
                <a:solidFill>
                  <a:schemeClr val="dk1"/>
                </a:solidFill>
                <a:latin typeface="Arial"/>
                <a:ea typeface="Arial"/>
              </a:rPr>
              <a:t> reemplaza todos los nulls que pueda contener tu dataframe por un número que vos elijas</a:t>
            </a:r>
            <a:endParaRPr b="0" lang="en-US" sz="1200" spc="-1" strike="noStrike">
              <a:solidFill>
                <a:srgbClr val="000000"/>
              </a:solidFill>
              <a:latin typeface="Arial"/>
            </a:endParaRPr>
          </a:p>
          <a:p>
            <a:pPr marL="457200" indent="-304920">
              <a:lnSpc>
                <a:spcPct val="100000"/>
              </a:lnSpc>
              <a:spcBef>
                <a:spcPts val="1060"/>
              </a:spcBef>
              <a:buClr>
                <a:srgbClr val="000000"/>
              </a:buClr>
              <a:buFont typeface="Noto Sans Symbols"/>
              <a:buChar char="●"/>
            </a:pPr>
            <a:r>
              <a:rPr b="1" lang="en-US" sz="1200" spc="-1" strike="noStrike">
                <a:solidFill>
                  <a:schemeClr val="dk1"/>
                </a:solidFill>
                <a:latin typeface="Arial"/>
                <a:ea typeface="Arial"/>
              </a:rPr>
              <a:t>df.drop_duplicates()</a:t>
            </a:r>
            <a:r>
              <a:rPr b="0" lang="en-US" sz="1200" spc="-1" strike="noStrike">
                <a:solidFill>
                  <a:schemeClr val="dk1"/>
                </a:solidFill>
                <a:latin typeface="Arial"/>
                <a:ea typeface="Arial"/>
              </a:rPr>
              <a:t> elimina los duplicados dejando solo la primera aparición.  </a:t>
            </a:r>
            <a:endParaRPr b="0" lang="en-US" sz="1200" spc="-1" strike="noStrike">
              <a:solidFill>
                <a:srgbClr val="000000"/>
              </a:solidFill>
              <a:latin typeface="Arial"/>
            </a:endParaRPr>
          </a:p>
          <a:p>
            <a:pPr>
              <a:lnSpc>
                <a:spcPct val="100000"/>
              </a:lnSpc>
              <a:tabLst>
                <a:tab algn="l" pos="0"/>
              </a:tabLst>
            </a:pPr>
            <a:endParaRPr b="0" lang="en-US" sz="1200" spc="-1" strike="noStrike">
              <a:solidFill>
                <a:srgbClr val="000000"/>
              </a:solidFill>
              <a:latin typeface="Arial"/>
            </a:endParaRPr>
          </a:p>
          <a:p>
            <a:pPr>
              <a:lnSpc>
                <a:spcPct val="100000"/>
              </a:lnSpc>
              <a:spcBef>
                <a:spcPts val="1060"/>
              </a:spcBef>
              <a:tabLst>
                <a:tab algn="l" pos="0"/>
              </a:tabLst>
            </a:pPr>
            <a:endParaRPr b="0" lang="en-US" sz="1200" spc="-1" strike="noStrike">
              <a:solidFill>
                <a:srgbClr val="000000"/>
              </a:solidFill>
              <a:latin typeface="Arial"/>
            </a:endParaRPr>
          </a:p>
        </p:txBody>
      </p:sp>
    </p:spTree>
  </p:cSld>
  <p:transition>
    <p:fade thruBlk="true"/>
  </p:transition>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Google Shape;447;p49"/>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298" name="PlaceHolder 1"/>
          <p:cNvSpPr>
            <a:spLocks noGrp="1"/>
          </p:cNvSpPr>
          <p:nvPr>
            <p:ph type="sldNum" idx="53"/>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DCB1DA64-A76D-4793-AC59-C5B560134770}"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299" name="Google Shape;449;p49"/>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300" name="Google Shape;450;p49" descr="di_tella2.png"/>
          <p:cNvPicPr/>
          <p:nvPr/>
        </p:nvPicPr>
        <p:blipFill>
          <a:blip r:embed="rId1"/>
          <a:stretch/>
        </p:blipFill>
        <p:spPr>
          <a:xfrm>
            <a:off x="4061520" y="1800"/>
            <a:ext cx="548280" cy="340200"/>
          </a:xfrm>
          <a:prstGeom prst="rect">
            <a:avLst/>
          </a:prstGeom>
          <a:ln w="0">
            <a:noFill/>
          </a:ln>
        </p:spPr>
      </p:pic>
      <p:sp>
        <p:nvSpPr>
          <p:cNvPr id="301" name="Google Shape;451;p49"/>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302" name="Google Shape;452;p49"/>
          <p:cNvSpPr/>
          <p:nvPr/>
        </p:nvSpPr>
        <p:spPr>
          <a:xfrm>
            <a:off x="52920" y="388440"/>
            <a:ext cx="1791720" cy="34416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1" lang="en-US" sz="1400" spc="-1" strike="noStrike">
                <a:solidFill>
                  <a:schemeClr val="dk1"/>
                </a:solidFill>
                <a:latin typeface="Arial"/>
                <a:ea typeface="Arial"/>
              </a:rPr>
              <a:t>Funciones útiles</a:t>
            </a:r>
            <a:endParaRPr b="0" lang="en-US" sz="1400" spc="-1" strike="noStrike">
              <a:solidFill>
                <a:srgbClr val="000000"/>
              </a:solidFill>
              <a:latin typeface="Arial"/>
            </a:endParaRPr>
          </a:p>
        </p:txBody>
      </p:sp>
      <p:sp>
        <p:nvSpPr>
          <p:cNvPr id="303" name="Google Shape;453;p49"/>
          <p:cNvSpPr/>
          <p:nvPr/>
        </p:nvSpPr>
        <p:spPr>
          <a:xfrm>
            <a:off x="-61920" y="785880"/>
            <a:ext cx="4671720" cy="2250720"/>
          </a:xfrm>
          <a:prstGeom prst="rect">
            <a:avLst/>
          </a:prstGeom>
          <a:noFill/>
          <a:ln w="0">
            <a:noFill/>
          </a:ln>
        </p:spPr>
        <p:style>
          <a:lnRef idx="0"/>
          <a:fillRef idx="0"/>
          <a:effectRef idx="0"/>
          <a:fontRef idx="minor"/>
        </p:style>
        <p:txBody>
          <a:bodyPr tIns="91440" bIns="91440" anchor="t">
            <a:noAutofit/>
          </a:bodyPr>
          <a:p>
            <a:pPr marL="432000" indent="-325440">
              <a:lnSpc>
                <a:spcPct val="100000"/>
              </a:lnSpc>
              <a:spcBef>
                <a:spcPts val="1060"/>
              </a:spcBef>
              <a:buClr>
                <a:srgbClr val="000000"/>
              </a:buClr>
              <a:buFont typeface="Noto Sans Symbols"/>
              <a:buChar char="●"/>
            </a:pPr>
            <a:r>
              <a:rPr b="1" lang="en-US" sz="1100" spc="-1" strike="noStrike">
                <a:solidFill>
                  <a:schemeClr val="dk1"/>
                </a:solidFill>
                <a:latin typeface="Arial"/>
                <a:ea typeface="Arial"/>
              </a:rPr>
              <a:t>df.drop_duplicates(subset=[campo1,campo2,…], keep=’first’)</a:t>
            </a:r>
            <a:r>
              <a:rPr b="0" lang="en-US" sz="1100" spc="-1" strike="noStrike">
                <a:solidFill>
                  <a:schemeClr val="dk1"/>
                </a:solidFill>
                <a:latin typeface="Arial"/>
                <a:ea typeface="Arial"/>
              </a:rPr>
              <a:t>. Keep es por default first, puede ser ‘last’ quedándote con la última aparición. Puede ser False eliminando todo lo que estuvo duplicado alguna vez. Subset te dice los campos a considerar para la igualdad. Por default son todos.</a:t>
            </a:r>
            <a:endParaRPr b="0" lang="en-US" sz="1100" spc="-1" strike="noStrike">
              <a:solidFill>
                <a:srgbClr val="000000"/>
              </a:solidFill>
              <a:latin typeface="Arial"/>
            </a:endParaRPr>
          </a:p>
          <a:p>
            <a:pPr marL="432000" indent="-325440">
              <a:lnSpc>
                <a:spcPct val="100000"/>
              </a:lnSpc>
              <a:spcBef>
                <a:spcPts val="1060"/>
              </a:spcBef>
              <a:buClr>
                <a:srgbClr val="000000"/>
              </a:buClr>
              <a:buFont typeface="Noto Sans Symbols"/>
              <a:buChar char="●"/>
            </a:pPr>
            <a:r>
              <a:rPr b="0" lang="en-US" sz="1100" spc="-1" strike="noStrike">
                <a:solidFill>
                  <a:schemeClr val="dk1"/>
                </a:solidFill>
                <a:latin typeface="Arial"/>
                <a:ea typeface="Arial"/>
              </a:rPr>
              <a:t> </a:t>
            </a:r>
            <a:r>
              <a:rPr b="0" lang="en-US" sz="1100" spc="-1" strike="noStrike">
                <a:solidFill>
                  <a:schemeClr val="dk1"/>
                </a:solidFill>
                <a:latin typeface="Arial"/>
                <a:ea typeface="Arial"/>
              </a:rPr>
              <a:t>El comando </a:t>
            </a:r>
            <a:r>
              <a:rPr b="1" lang="en-US" sz="1100" spc="-1" strike="noStrike">
                <a:solidFill>
                  <a:schemeClr val="dk1"/>
                </a:solidFill>
                <a:latin typeface="Arial"/>
                <a:ea typeface="Arial"/>
              </a:rPr>
              <a:t>del df[‘campo’]</a:t>
            </a:r>
            <a:r>
              <a:rPr b="0" lang="en-US" sz="1100" spc="-1" strike="noStrike">
                <a:solidFill>
                  <a:schemeClr val="dk1"/>
                </a:solidFill>
                <a:latin typeface="Arial"/>
                <a:ea typeface="Arial"/>
              </a:rPr>
              <a:t> elimina una columna</a:t>
            </a:r>
            <a:endParaRPr b="0" lang="en-US" sz="1100" spc="-1" strike="noStrike">
              <a:solidFill>
                <a:srgbClr val="000000"/>
              </a:solidFill>
              <a:latin typeface="Arial"/>
            </a:endParaRPr>
          </a:p>
          <a:p>
            <a:pPr marL="432000" indent="-325440">
              <a:lnSpc>
                <a:spcPct val="100000"/>
              </a:lnSpc>
              <a:spcBef>
                <a:spcPts val="1060"/>
              </a:spcBef>
              <a:buClr>
                <a:srgbClr val="000000"/>
              </a:buClr>
              <a:buFont typeface="Noto Sans Symbols"/>
              <a:buChar char="●"/>
            </a:pPr>
            <a:r>
              <a:rPr b="1" lang="en-US" sz="1100" spc="-1" strike="noStrike">
                <a:solidFill>
                  <a:schemeClr val="dk1"/>
                </a:solidFill>
                <a:latin typeface="Arial"/>
                <a:ea typeface="Arial"/>
              </a:rPr>
              <a:t>df.drop(indice) </a:t>
            </a:r>
            <a:r>
              <a:rPr b="0" lang="en-US" sz="1100" spc="-1" strike="noStrike">
                <a:solidFill>
                  <a:schemeClr val="dk1"/>
                </a:solidFill>
                <a:latin typeface="Arial"/>
                <a:ea typeface="Arial"/>
              </a:rPr>
              <a:t>elimina una row entera</a:t>
            </a:r>
            <a:endParaRPr b="0" lang="en-US" sz="1100" spc="-1" strike="noStrike">
              <a:solidFill>
                <a:srgbClr val="000000"/>
              </a:solidFill>
              <a:latin typeface="Arial"/>
            </a:endParaRPr>
          </a:p>
          <a:p>
            <a:pPr marL="432000" indent="-325440">
              <a:lnSpc>
                <a:spcPct val="100000"/>
              </a:lnSpc>
              <a:spcBef>
                <a:spcPts val="1060"/>
              </a:spcBef>
              <a:buClr>
                <a:srgbClr val="000000"/>
              </a:buClr>
              <a:buFont typeface="Noto Sans Symbols"/>
              <a:buChar char="●"/>
            </a:pPr>
            <a:r>
              <a:rPr b="0" lang="en-US" sz="1100" spc="-1" strike="noStrike">
                <a:solidFill>
                  <a:schemeClr val="dk1"/>
                </a:solidFill>
                <a:latin typeface="Arial"/>
                <a:ea typeface="Arial"/>
              </a:rPr>
              <a:t>El drop puede dejar los índices desacomodados. Para volver a ordenar los índices de 0 a len(df)-1 se puede hacer </a:t>
            </a:r>
            <a:r>
              <a:rPr b="1" lang="en-US" sz="1100" spc="-1" strike="noStrike">
                <a:solidFill>
                  <a:schemeClr val="dk1"/>
                </a:solidFill>
                <a:latin typeface="Arial"/>
                <a:ea typeface="Arial"/>
              </a:rPr>
              <a:t>df.reset_index(drop=True)</a:t>
            </a:r>
            <a:r>
              <a:rPr b="0" lang="en-US" sz="1100" spc="-1" strike="noStrike">
                <a:solidFill>
                  <a:schemeClr val="dk1"/>
                </a:solidFill>
                <a:latin typeface="Arial"/>
                <a:ea typeface="Arial"/>
              </a:rPr>
              <a:t>. </a:t>
            </a:r>
            <a:r>
              <a:rPr b="0" lang="en-US" sz="1100" spc="-1" strike="noStrike">
                <a:solidFill>
                  <a:srgbClr val="ff0000"/>
                </a:solidFill>
                <a:latin typeface="Arial"/>
                <a:ea typeface="Arial"/>
              </a:rPr>
              <a:t>¿Porque el drop? </a:t>
            </a:r>
            <a:r>
              <a:rPr b="0" lang="en-US" sz="1100" spc="-1" strike="noStrike">
                <a:solidFill>
                  <a:schemeClr val="dk1"/>
                </a:solidFill>
                <a:latin typeface="Arial"/>
                <a:ea typeface="Arial"/>
              </a:rPr>
              <a:t>  </a:t>
            </a:r>
            <a:endParaRPr b="0" lang="en-US" sz="1100" spc="-1" strike="noStrike">
              <a:solidFill>
                <a:srgbClr val="000000"/>
              </a:solidFill>
              <a:latin typeface="Arial"/>
            </a:endParaRPr>
          </a:p>
          <a:p>
            <a:pPr>
              <a:lnSpc>
                <a:spcPct val="100000"/>
              </a:lnSpc>
              <a:tabLst>
                <a:tab algn="l" pos="0"/>
              </a:tabLst>
            </a:pPr>
            <a:endParaRPr b="0" lang="en-US" sz="1200" spc="-1" strike="noStrike">
              <a:solidFill>
                <a:srgbClr val="000000"/>
              </a:solidFill>
              <a:latin typeface="Arial"/>
            </a:endParaRPr>
          </a:p>
          <a:p>
            <a:pPr>
              <a:lnSpc>
                <a:spcPct val="100000"/>
              </a:lnSpc>
              <a:spcBef>
                <a:spcPts val="1060"/>
              </a:spcBef>
              <a:tabLst>
                <a:tab algn="l" pos="0"/>
              </a:tabLst>
            </a:pPr>
            <a:endParaRPr b="0" lang="en-US" sz="1200" spc="-1" strike="noStrike">
              <a:solidFill>
                <a:srgbClr val="000000"/>
              </a:solidFill>
              <a:latin typeface="Arial"/>
            </a:endParaRPr>
          </a:p>
        </p:txBody>
      </p:sp>
    </p:spTree>
  </p:cSld>
  <p:transition>
    <p:fade thruBlk="true"/>
  </p:transition>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Google Shape;458;p50"/>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305" name="PlaceHolder 1"/>
          <p:cNvSpPr>
            <a:spLocks noGrp="1"/>
          </p:cNvSpPr>
          <p:nvPr>
            <p:ph type="sldNum" idx="54"/>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DEC82955-6EF7-4E9D-BEB0-F3E018E3525C}"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306" name="Google Shape;460;p50"/>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307" name="Google Shape;461;p50" descr="di_tella2.png"/>
          <p:cNvPicPr/>
          <p:nvPr/>
        </p:nvPicPr>
        <p:blipFill>
          <a:blip r:embed="rId1"/>
          <a:stretch/>
        </p:blipFill>
        <p:spPr>
          <a:xfrm>
            <a:off x="4061520" y="1800"/>
            <a:ext cx="548280" cy="340200"/>
          </a:xfrm>
          <a:prstGeom prst="rect">
            <a:avLst/>
          </a:prstGeom>
          <a:ln w="0">
            <a:noFill/>
          </a:ln>
        </p:spPr>
      </p:pic>
      <p:sp>
        <p:nvSpPr>
          <p:cNvPr id="308" name="Google Shape;462;p50"/>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309" name="Google Shape;463;p50"/>
          <p:cNvSpPr/>
          <p:nvPr/>
        </p:nvSpPr>
        <p:spPr>
          <a:xfrm>
            <a:off x="52920" y="388440"/>
            <a:ext cx="3690000" cy="34416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1" lang="en-US" sz="1200" spc="-1" strike="noStrike">
                <a:solidFill>
                  <a:schemeClr val="dk1"/>
                </a:solidFill>
                <a:latin typeface="Arial"/>
                <a:ea typeface="Arial"/>
              </a:rPr>
              <a:t>Renombrar columnas, crear columnas nuevas</a:t>
            </a:r>
            <a:endParaRPr b="0" lang="en-US" sz="1200" spc="-1" strike="noStrike">
              <a:solidFill>
                <a:srgbClr val="000000"/>
              </a:solidFill>
              <a:latin typeface="Arial"/>
            </a:endParaRPr>
          </a:p>
          <a:p>
            <a:pPr algn="ctr">
              <a:lnSpc>
                <a:spcPct val="100000"/>
              </a:lnSpc>
              <a:tabLst>
                <a:tab algn="l" pos="0"/>
              </a:tabLst>
            </a:pPr>
            <a:endParaRPr b="0" lang="en-US" sz="1400" spc="-1" strike="noStrike">
              <a:solidFill>
                <a:srgbClr val="000000"/>
              </a:solidFill>
              <a:latin typeface="Arial"/>
            </a:endParaRPr>
          </a:p>
        </p:txBody>
      </p:sp>
      <p:sp>
        <p:nvSpPr>
          <p:cNvPr id="310" name="Google Shape;464;p50"/>
          <p:cNvSpPr/>
          <p:nvPr/>
        </p:nvSpPr>
        <p:spPr>
          <a:xfrm>
            <a:off x="-30960" y="739440"/>
            <a:ext cx="4671720" cy="2250720"/>
          </a:xfrm>
          <a:prstGeom prst="rect">
            <a:avLst/>
          </a:prstGeom>
          <a:noFill/>
          <a:ln w="0">
            <a:noFill/>
          </a:ln>
        </p:spPr>
        <p:style>
          <a:lnRef idx="0"/>
          <a:fillRef idx="0"/>
          <a:effectRef idx="0"/>
          <a:fontRef idx="minor"/>
        </p:style>
        <p:txBody>
          <a:bodyPr tIns="91440" bIns="91440" anchor="t">
            <a:noAutofit/>
          </a:bodyPr>
          <a:p>
            <a:pPr marL="432000" indent="-325440">
              <a:lnSpc>
                <a:spcPct val="100000"/>
              </a:lnSpc>
              <a:buClr>
                <a:srgbClr val="000000"/>
              </a:buClr>
              <a:buFont typeface="Noto Sans Symbols"/>
              <a:buChar char="●"/>
            </a:pPr>
            <a:r>
              <a:rPr b="0" lang="en-US" sz="1100" spc="-1" strike="noStrike">
                <a:solidFill>
                  <a:schemeClr val="dk1"/>
                </a:solidFill>
                <a:latin typeface="Arial"/>
                <a:ea typeface="Arial"/>
              </a:rPr>
              <a:t>Para renombrar se usa el método rename y se crea un diccionario donde la key es el nombre de la columna y el value su nombre nuevo.</a:t>
            </a:r>
            <a:endParaRPr b="0" lang="en-US" sz="1100" spc="-1" strike="noStrike">
              <a:solidFill>
                <a:srgbClr val="000000"/>
              </a:solidFill>
              <a:latin typeface="Arial"/>
            </a:endParaRPr>
          </a:p>
          <a:p>
            <a:pPr lvl="1" marL="864000" indent="-333720">
              <a:lnSpc>
                <a:spcPct val="100000"/>
              </a:lnSpc>
              <a:spcBef>
                <a:spcPts val="850"/>
              </a:spcBef>
              <a:buClr>
                <a:srgbClr val="000000"/>
              </a:buClr>
              <a:buFont typeface="Noto Sans Symbols"/>
              <a:buChar char="●"/>
            </a:pPr>
            <a:r>
              <a:rPr b="0" lang="en-US" sz="1100" spc="-1" strike="noStrike">
                <a:solidFill>
                  <a:schemeClr val="dk1"/>
                </a:solidFill>
                <a:latin typeface="Arial"/>
                <a:ea typeface="Arial"/>
              </a:rPr>
              <a:t>df.rename(columns={'oldName1': 'newName1', 'oldName2': 'newName2'}, inplace=True)</a:t>
            </a:r>
            <a:endParaRPr b="0" lang="en-US" sz="1100" spc="-1" strike="noStrike">
              <a:solidFill>
                <a:srgbClr val="000000"/>
              </a:solidFill>
              <a:latin typeface="Arial"/>
            </a:endParaRPr>
          </a:p>
          <a:p>
            <a:pPr marL="432000" indent="-325440">
              <a:lnSpc>
                <a:spcPct val="100000"/>
              </a:lnSpc>
              <a:spcBef>
                <a:spcPts val="1060"/>
              </a:spcBef>
              <a:buClr>
                <a:srgbClr val="000000"/>
              </a:buClr>
              <a:buFont typeface="Noto Sans Symbols"/>
              <a:buChar char="●"/>
            </a:pPr>
            <a:r>
              <a:rPr b="0" lang="en-US" sz="1100" spc="-1" strike="noStrike">
                <a:solidFill>
                  <a:schemeClr val="dk1"/>
                </a:solidFill>
                <a:latin typeface="Arial"/>
                <a:ea typeface="Arial"/>
              </a:rPr>
              <a:t>Agregar una columna “apendando una lista”. La lista debe tener la misma longitud que len(df):</a:t>
            </a:r>
            <a:endParaRPr b="0" lang="en-US" sz="1100" spc="-1" strike="noStrike">
              <a:solidFill>
                <a:srgbClr val="000000"/>
              </a:solidFill>
              <a:latin typeface="Arial"/>
            </a:endParaRPr>
          </a:p>
          <a:p>
            <a:pPr lvl="1" marL="864000" indent="-333720">
              <a:lnSpc>
                <a:spcPct val="100000"/>
              </a:lnSpc>
              <a:spcBef>
                <a:spcPts val="850"/>
              </a:spcBef>
              <a:buClr>
                <a:srgbClr val="000000"/>
              </a:buClr>
              <a:buFont typeface="Noto Sans Symbols"/>
              <a:buChar char="●"/>
            </a:pPr>
            <a:r>
              <a:rPr b="0" lang="en-US" sz="1100" spc="-1" strike="noStrike">
                <a:solidFill>
                  <a:schemeClr val="dk1"/>
                </a:solidFill>
                <a:latin typeface="Arial"/>
                <a:ea typeface="Arial"/>
              </a:rPr>
              <a:t>df[‘campo_nuevo’]=lista</a:t>
            </a:r>
            <a:endParaRPr b="0" lang="en-US" sz="1100" spc="-1" strike="noStrike">
              <a:solidFill>
                <a:srgbClr val="000000"/>
              </a:solidFill>
              <a:latin typeface="Arial"/>
            </a:endParaRPr>
          </a:p>
          <a:p>
            <a:pPr marL="432000" indent="-325440">
              <a:lnSpc>
                <a:spcPct val="100000"/>
              </a:lnSpc>
              <a:spcBef>
                <a:spcPts val="1060"/>
              </a:spcBef>
              <a:buClr>
                <a:srgbClr val="000000"/>
              </a:buClr>
              <a:buFont typeface="Noto Sans Symbols"/>
              <a:buChar char="●"/>
            </a:pPr>
            <a:r>
              <a:rPr b="0" lang="en-US" sz="1100" spc="-1" strike="noStrike">
                <a:solidFill>
                  <a:schemeClr val="dk1"/>
                </a:solidFill>
                <a:latin typeface="Arial"/>
                <a:ea typeface="Arial"/>
              </a:rPr>
              <a:t>Agregar una columna a partir de otra ya existente:</a:t>
            </a:r>
            <a:endParaRPr b="0" lang="en-US" sz="1100" spc="-1" strike="noStrike">
              <a:solidFill>
                <a:srgbClr val="000000"/>
              </a:solidFill>
              <a:latin typeface="Arial"/>
            </a:endParaRPr>
          </a:p>
          <a:p>
            <a:pPr lvl="1" marL="864000" indent="-333720">
              <a:lnSpc>
                <a:spcPct val="100000"/>
              </a:lnSpc>
              <a:spcBef>
                <a:spcPts val="850"/>
              </a:spcBef>
              <a:buClr>
                <a:srgbClr val="000000"/>
              </a:buClr>
              <a:buFont typeface="Noto Sans Symbols"/>
              <a:buChar char="●"/>
            </a:pPr>
            <a:r>
              <a:rPr b="0" lang="en-US" sz="1100" spc="-1" strike="noStrike">
                <a:solidFill>
                  <a:schemeClr val="dk1"/>
                </a:solidFill>
                <a:latin typeface="Arial"/>
                <a:ea typeface="Arial"/>
              </a:rPr>
              <a:t>df[‘campo_nuevo’]=df[‘campo_cualquiera’]*2</a:t>
            </a:r>
            <a:endParaRPr b="0" lang="en-US" sz="1100" spc="-1" strike="noStrike">
              <a:solidFill>
                <a:srgbClr val="000000"/>
              </a:solidFill>
              <a:latin typeface="Arial"/>
            </a:endParaRPr>
          </a:p>
          <a:p>
            <a:pPr>
              <a:lnSpc>
                <a:spcPct val="100000"/>
              </a:lnSpc>
              <a:tabLst>
                <a:tab algn="l" pos="0"/>
              </a:tabLst>
            </a:pPr>
            <a:endParaRPr b="0" lang="en-US" sz="1100" spc="-1" strike="noStrike">
              <a:solidFill>
                <a:srgbClr val="000000"/>
              </a:solidFill>
              <a:latin typeface="Arial"/>
            </a:endParaRPr>
          </a:p>
          <a:p>
            <a:pPr>
              <a:lnSpc>
                <a:spcPct val="100000"/>
              </a:lnSpc>
              <a:spcBef>
                <a:spcPts val="1060"/>
              </a:spcBef>
              <a:tabLst>
                <a:tab algn="l" pos="0"/>
              </a:tabLst>
            </a:pPr>
            <a:endParaRPr b="0" lang="en-US" sz="1200" spc="-1" strike="noStrike">
              <a:solidFill>
                <a:srgbClr val="000000"/>
              </a:solidFill>
              <a:latin typeface="Arial"/>
            </a:endParaRPr>
          </a:p>
        </p:txBody>
      </p:sp>
    </p:spTree>
  </p:cSld>
  <p:transition>
    <p:fade thruBlk="true"/>
  </p:transition>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Google Shape;469;p51"/>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312" name="PlaceHolder 1"/>
          <p:cNvSpPr>
            <a:spLocks noGrp="1"/>
          </p:cNvSpPr>
          <p:nvPr>
            <p:ph type="sldNum" idx="55"/>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399ED9DA-3F68-4B33-BBB5-B9FD396484E4}"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313" name="Google Shape;471;p51"/>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314" name="Google Shape;472;p51" descr="di_tella2.png"/>
          <p:cNvPicPr/>
          <p:nvPr/>
        </p:nvPicPr>
        <p:blipFill>
          <a:blip r:embed="rId1"/>
          <a:stretch/>
        </p:blipFill>
        <p:spPr>
          <a:xfrm>
            <a:off x="4061520" y="1800"/>
            <a:ext cx="548280" cy="340200"/>
          </a:xfrm>
          <a:prstGeom prst="rect">
            <a:avLst/>
          </a:prstGeom>
          <a:ln w="0">
            <a:noFill/>
          </a:ln>
        </p:spPr>
      </p:pic>
      <p:sp>
        <p:nvSpPr>
          <p:cNvPr id="315" name="Google Shape;473;p51"/>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316" name="Google Shape;474;p51"/>
          <p:cNvSpPr/>
          <p:nvPr/>
        </p:nvSpPr>
        <p:spPr>
          <a:xfrm>
            <a:off x="52920" y="388440"/>
            <a:ext cx="4497840" cy="34416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1" lang="en-US" sz="1400" spc="-1" strike="noStrike">
                <a:solidFill>
                  <a:schemeClr val="dk1"/>
                </a:solidFill>
                <a:latin typeface="Arial"/>
                <a:ea typeface="Arial"/>
              </a:rPr>
              <a:t>Slicear un dataframe, quedarte con columnas/filas</a:t>
            </a:r>
            <a:endParaRPr b="0" lang="en-US" sz="1400" spc="-1" strike="noStrike">
              <a:solidFill>
                <a:srgbClr val="000000"/>
              </a:solidFill>
              <a:latin typeface="Arial"/>
            </a:endParaRPr>
          </a:p>
        </p:txBody>
      </p:sp>
      <p:sp>
        <p:nvSpPr>
          <p:cNvPr id="317" name="Google Shape;475;p51"/>
          <p:cNvSpPr/>
          <p:nvPr/>
        </p:nvSpPr>
        <p:spPr>
          <a:xfrm>
            <a:off x="-30960" y="739440"/>
            <a:ext cx="4671720" cy="2250720"/>
          </a:xfrm>
          <a:prstGeom prst="rect">
            <a:avLst/>
          </a:prstGeom>
          <a:noFill/>
          <a:ln w="0">
            <a:noFill/>
          </a:ln>
        </p:spPr>
        <p:style>
          <a:lnRef idx="0"/>
          <a:fillRef idx="0"/>
          <a:effectRef idx="0"/>
          <a:fontRef idx="minor"/>
        </p:style>
        <p:txBody>
          <a:bodyPr tIns="91440" bIns="91440" anchor="t">
            <a:noAutofit/>
          </a:bodyPr>
          <a:p>
            <a:pPr marL="432000" indent="-325440">
              <a:lnSpc>
                <a:spcPct val="100000"/>
              </a:lnSpc>
              <a:buClr>
                <a:srgbClr val="000000"/>
              </a:buClr>
              <a:buFont typeface="Noto Sans Symbols"/>
              <a:buChar char="●"/>
            </a:pPr>
            <a:r>
              <a:rPr b="0" lang="en-US" sz="1100" spc="-1" strike="noStrike">
                <a:solidFill>
                  <a:schemeClr val="dk1"/>
                </a:solidFill>
                <a:latin typeface="Arial"/>
                <a:ea typeface="Arial"/>
              </a:rPr>
              <a:t>Slicear “verticalmente” (quedarte con determinadas columnas:</a:t>
            </a:r>
            <a:endParaRPr b="0" lang="en-US" sz="1100" spc="-1" strike="noStrike">
              <a:solidFill>
                <a:srgbClr val="000000"/>
              </a:solidFill>
              <a:latin typeface="Arial"/>
            </a:endParaRPr>
          </a:p>
          <a:p>
            <a:pPr lvl="1" marL="864000" indent="-333720">
              <a:lnSpc>
                <a:spcPct val="100000"/>
              </a:lnSpc>
              <a:spcBef>
                <a:spcPts val="850"/>
              </a:spcBef>
              <a:buClr>
                <a:srgbClr val="000000"/>
              </a:buClr>
              <a:buFont typeface="Noto Sans Symbols"/>
              <a:buChar char="●"/>
            </a:pPr>
            <a:r>
              <a:rPr b="0" lang="en-US" sz="1100" spc="-1" strike="noStrike">
                <a:solidFill>
                  <a:schemeClr val="dk1"/>
                </a:solidFill>
                <a:latin typeface="Arial"/>
                <a:ea typeface="Arial"/>
              </a:rPr>
              <a:t>df[[‘campo1’,’campo2’,’campo3’]]</a:t>
            </a:r>
            <a:endParaRPr b="0" lang="en-US" sz="1100" spc="-1" strike="noStrike">
              <a:solidFill>
                <a:srgbClr val="000000"/>
              </a:solidFill>
              <a:latin typeface="Arial"/>
            </a:endParaRPr>
          </a:p>
          <a:p>
            <a:pPr marL="432000" indent="-325440">
              <a:lnSpc>
                <a:spcPct val="100000"/>
              </a:lnSpc>
              <a:spcBef>
                <a:spcPts val="1060"/>
              </a:spcBef>
              <a:buClr>
                <a:srgbClr val="000000"/>
              </a:buClr>
              <a:buFont typeface="Noto Sans Symbols"/>
              <a:buChar char="●"/>
            </a:pPr>
            <a:r>
              <a:rPr b="0" lang="en-US" sz="1100" spc="-1" strike="noStrike">
                <a:solidFill>
                  <a:schemeClr val="dk1"/>
                </a:solidFill>
                <a:latin typeface="Arial"/>
                <a:ea typeface="Arial"/>
              </a:rPr>
              <a:t>Slicear verticalmente (quedarte con un subset de filas). Esto es muy similar a slicear en listas:</a:t>
            </a:r>
            <a:endParaRPr b="0" lang="en-US" sz="1100" spc="-1" strike="noStrike">
              <a:solidFill>
                <a:srgbClr val="000000"/>
              </a:solidFill>
              <a:latin typeface="Arial"/>
            </a:endParaRPr>
          </a:p>
          <a:p>
            <a:pPr lvl="1" marL="864000" indent="-333720">
              <a:lnSpc>
                <a:spcPct val="100000"/>
              </a:lnSpc>
              <a:spcBef>
                <a:spcPts val="850"/>
              </a:spcBef>
              <a:buClr>
                <a:srgbClr val="000000"/>
              </a:buClr>
              <a:buFont typeface="Noto Sans Symbols"/>
              <a:buChar char="●"/>
            </a:pPr>
            <a:r>
              <a:rPr b="0" lang="en-US" sz="1100" spc="-1" strike="noStrike">
                <a:solidFill>
                  <a:schemeClr val="dk1"/>
                </a:solidFill>
                <a:latin typeface="Arial"/>
                <a:ea typeface="Arial"/>
              </a:rPr>
              <a:t>df[principio:final]</a:t>
            </a:r>
            <a:endParaRPr b="0" lang="en-US" sz="1100" spc="-1" strike="noStrike">
              <a:solidFill>
                <a:srgbClr val="000000"/>
              </a:solidFill>
              <a:latin typeface="Arial"/>
            </a:endParaRPr>
          </a:p>
          <a:p>
            <a:pPr marL="432000" indent="-325440">
              <a:lnSpc>
                <a:spcPct val="100000"/>
              </a:lnSpc>
              <a:spcBef>
                <a:spcPts val="1060"/>
              </a:spcBef>
              <a:buClr>
                <a:srgbClr val="000000"/>
              </a:buClr>
              <a:buFont typeface="Noto Sans Symbols"/>
              <a:buChar char="●"/>
            </a:pPr>
            <a:r>
              <a:rPr b="0" lang="en-US" sz="1100" spc="-1" strike="noStrike">
                <a:solidFill>
                  <a:schemeClr val="dk1"/>
                </a:solidFill>
                <a:latin typeface="Arial"/>
                <a:ea typeface="Arial"/>
              </a:rPr>
              <a:t>Slicear usando un condicional. Ej: Quedarte con un df cuyos registros tengan un stock mayor a 0.3. La condición se pone entre corchetes y se auto-referencia el df:</a:t>
            </a:r>
            <a:endParaRPr b="0" lang="en-US" sz="1100" spc="-1" strike="noStrike">
              <a:solidFill>
                <a:srgbClr val="000000"/>
              </a:solidFill>
              <a:latin typeface="Arial"/>
            </a:endParaRPr>
          </a:p>
          <a:p>
            <a:pPr lvl="1" marL="864000" indent="-333720">
              <a:lnSpc>
                <a:spcPct val="100000"/>
              </a:lnSpc>
              <a:spcBef>
                <a:spcPts val="850"/>
              </a:spcBef>
              <a:buClr>
                <a:srgbClr val="000000"/>
              </a:buClr>
              <a:buFont typeface="Noto Sans Symbols"/>
              <a:buChar char="●"/>
            </a:pPr>
            <a:r>
              <a:rPr b="0" lang="en-US" sz="1100" spc="-1" strike="noStrike">
                <a:solidFill>
                  <a:schemeClr val="dk1"/>
                </a:solidFill>
                <a:latin typeface="Arial"/>
                <a:ea typeface="Arial"/>
              </a:rPr>
              <a:t>df_stock=df_3[df_3[‘Stocks’]&gt;0.5]</a:t>
            </a:r>
            <a:endParaRPr b="0" lang="en-US" sz="1100" spc="-1" strike="noStrike">
              <a:solidFill>
                <a:srgbClr val="000000"/>
              </a:solidFill>
              <a:latin typeface="Arial"/>
            </a:endParaRPr>
          </a:p>
          <a:p>
            <a:pPr>
              <a:lnSpc>
                <a:spcPct val="100000"/>
              </a:lnSpc>
              <a:spcBef>
                <a:spcPts val="1060"/>
              </a:spcBef>
              <a:tabLst>
                <a:tab algn="l" pos="0"/>
              </a:tabLst>
            </a:pPr>
            <a:endParaRPr b="0" lang="en-US" sz="1100" spc="-1" strike="noStrike">
              <a:solidFill>
                <a:srgbClr val="000000"/>
              </a:solidFill>
              <a:latin typeface="Arial"/>
            </a:endParaRPr>
          </a:p>
        </p:txBody>
      </p:sp>
    </p:spTree>
  </p:cSld>
  <p:transition>
    <p:fade thruBlk="true"/>
  </p:transition>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Google Shape;480;p52"/>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319" name="PlaceHolder 1"/>
          <p:cNvSpPr>
            <a:spLocks noGrp="1"/>
          </p:cNvSpPr>
          <p:nvPr>
            <p:ph type="sldNum" idx="56"/>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8629181F-6523-45F4-93AC-1D576358FEAB}"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320" name="Google Shape;482;p52"/>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321" name="Google Shape;483;p52" descr="di_tella2.png"/>
          <p:cNvPicPr/>
          <p:nvPr/>
        </p:nvPicPr>
        <p:blipFill>
          <a:blip r:embed="rId1"/>
          <a:stretch/>
        </p:blipFill>
        <p:spPr>
          <a:xfrm>
            <a:off x="4061520" y="1800"/>
            <a:ext cx="548280" cy="340200"/>
          </a:xfrm>
          <a:prstGeom prst="rect">
            <a:avLst/>
          </a:prstGeom>
          <a:ln w="0">
            <a:noFill/>
          </a:ln>
        </p:spPr>
      </p:pic>
      <p:sp>
        <p:nvSpPr>
          <p:cNvPr id="322" name="Google Shape;484;p52"/>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323" name="Google Shape;485;p52"/>
          <p:cNvSpPr/>
          <p:nvPr/>
        </p:nvSpPr>
        <p:spPr>
          <a:xfrm>
            <a:off x="0" y="369720"/>
            <a:ext cx="2922120" cy="34416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1" lang="en-US" sz="1400" spc="-1" strike="noStrike">
                <a:solidFill>
                  <a:schemeClr val="dk1"/>
                </a:solidFill>
                <a:latin typeface="Arial"/>
                <a:ea typeface="Arial"/>
              </a:rPr>
              <a:t>Shallow Copy vs DeepCopy</a:t>
            </a:r>
            <a:endParaRPr b="0" lang="en-US" sz="1400" spc="-1" strike="noStrike">
              <a:solidFill>
                <a:srgbClr val="000000"/>
              </a:solidFill>
              <a:latin typeface="Arial"/>
            </a:endParaRPr>
          </a:p>
          <a:p>
            <a:pPr algn="ctr">
              <a:lnSpc>
                <a:spcPct val="100000"/>
              </a:lnSpc>
              <a:tabLst>
                <a:tab algn="l" pos="0"/>
              </a:tabLst>
            </a:pPr>
            <a:endParaRPr b="0" lang="en-US" sz="1400" spc="-1" strike="noStrike">
              <a:solidFill>
                <a:srgbClr val="000000"/>
              </a:solidFill>
              <a:latin typeface="Arial"/>
            </a:endParaRPr>
          </a:p>
        </p:txBody>
      </p:sp>
      <p:sp>
        <p:nvSpPr>
          <p:cNvPr id="324" name="Google Shape;486;p52"/>
          <p:cNvSpPr/>
          <p:nvPr/>
        </p:nvSpPr>
        <p:spPr>
          <a:xfrm>
            <a:off x="-30960" y="739440"/>
            <a:ext cx="4671720" cy="2250720"/>
          </a:xfrm>
          <a:prstGeom prst="rect">
            <a:avLst/>
          </a:prstGeom>
          <a:noFill/>
          <a:ln w="0">
            <a:noFill/>
          </a:ln>
        </p:spPr>
        <p:style>
          <a:lnRef idx="0"/>
          <a:fillRef idx="0"/>
          <a:effectRef idx="0"/>
          <a:fontRef idx="minor"/>
        </p:style>
        <p:txBody>
          <a:bodyPr tIns="91440" bIns="91440" anchor="t">
            <a:noAutofit/>
          </a:bodyPr>
          <a:p>
            <a:pPr marL="457200" indent="-298440">
              <a:lnSpc>
                <a:spcPct val="100000"/>
              </a:lnSpc>
              <a:buClr>
                <a:srgbClr val="000000"/>
              </a:buClr>
              <a:buFont typeface="Noto Sans Symbols"/>
              <a:buChar char="●"/>
            </a:pPr>
            <a:r>
              <a:rPr b="0" lang="en-US" sz="1100" spc="-1" strike="noStrike">
                <a:solidFill>
                  <a:schemeClr val="dk1"/>
                </a:solidFill>
                <a:latin typeface="Arial"/>
                <a:ea typeface="Arial"/>
              </a:rPr>
              <a:t>Sucede algo similar a lo que sucedía con las lists y el </a:t>
            </a:r>
            <a:r>
              <a:rPr b="1" lang="en-US" sz="1100" spc="-1" strike="noStrike">
                <a:solidFill>
                  <a:schemeClr val="dk1"/>
                </a:solidFill>
                <a:latin typeface="Arial"/>
                <a:ea typeface="Arial"/>
              </a:rPr>
              <a:t>aliasing.</a:t>
            </a:r>
            <a:r>
              <a:rPr b="0" lang="en-US" sz="1100" spc="-1" strike="noStrike">
                <a:solidFill>
                  <a:schemeClr val="dk1"/>
                </a:solidFill>
                <a:latin typeface="Arial"/>
                <a:ea typeface="Arial"/>
              </a:rPr>
              <a:t> Dado un dataframe “df”, al decir df1=df estoy creando una referencia distinta al mismo objeto (el mismo set de datos). A esto se le llama ShallowCopy</a:t>
            </a:r>
            <a:endParaRPr b="0" lang="en-US" sz="1100" spc="-1" strike="noStrike">
              <a:solidFill>
                <a:srgbClr val="000000"/>
              </a:solidFill>
              <a:latin typeface="Arial"/>
            </a:endParaRPr>
          </a:p>
          <a:p>
            <a:pPr marL="457200" indent="-298440">
              <a:lnSpc>
                <a:spcPct val="100000"/>
              </a:lnSpc>
              <a:spcBef>
                <a:spcPts val="1060"/>
              </a:spcBef>
              <a:buClr>
                <a:srgbClr val="000000"/>
              </a:buClr>
              <a:buFont typeface="Noto Sans Symbols"/>
              <a:buChar char="●"/>
            </a:pPr>
            <a:r>
              <a:rPr b="0" lang="en-US" sz="1100" spc="-1" strike="noStrike">
                <a:solidFill>
                  <a:schemeClr val="dk1"/>
                </a:solidFill>
                <a:latin typeface="Arial"/>
                <a:ea typeface="Arial"/>
              </a:rPr>
              <a:t>Al hacer df.loc[indice,‘campo_1’]=valor_nuevo ; tanto df como df1 sufrirán dicho cambio.</a:t>
            </a:r>
            <a:endParaRPr b="0" lang="en-US" sz="1100" spc="-1" strike="noStrike">
              <a:solidFill>
                <a:srgbClr val="000000"/>
              </a:solidFill>
              <a:latin typeface="Arial"/>
            </a:endParaRPr>
          </a:p>
          <a:p>
            <a:pPr marL="457200" indent="-298440">
              <a:lnSpc>
                <a:spcPct val="100000"/>
              </a:lnSpc>
              <a:spcBef>
                <a:spcPts val="1060"/>
              </a:spcBef>
              <a:buClr>
                <a:srgbClr val="000000"/>
              </a:buClr>
              <a:buFont typeface="Noto Sans Symbols"/>
              <a:buChar char="●"/>
            </a:pPr>
            <a:r>
              <a:rPr b="0" lang="en-US" sz="1100" spc="-1" strike="noStrike">
                <a:solidFill>
                  <a:schemeClr val="dk1"/>
                </a:solidFill>
                <a:latin typeface="Arial"/>
                <a:ea typeface="Arial"/>
              </a:rPr>
              <a:t>Para crear realmente un set de datos duplicado (un objeto distinto) debemos realizar un </a:t>
            </a:r>
            <a:r>
              <a:rPr b="1" lang="en-US" sz="1100" spc="-1" strike="noStrike">
                <a:solidFill>
                  <a:schemeClr val="dk1"/>
                </a:solidFill>
                <a:latin typeface="Arial"/>
                <a:ea typeface="Arial"/>
              </a:rPr>
              <a:t>deepcopy</a:t>
            </a:r>
            <a:r>
              <a:rPr b="0" lang="en-US" sz="1100" spc="-1" strike="noStrike">
                <a:solidFill>
                  <a:schemeClr val="dk1"/>
                </a:solidFill>
                <a:latin typeface="Arial"/>
                <a:ea typeface="Arial"/>
              </a:rPr>
              <a:t>. Así:</a:t>
            </a:r>
            <a:endParaRPr b="0" lang="en-US" sz="1100" spc="-1" strike="noStrike">
              <a:solidFill>
                <a:srgbClr val="000000"/>
              </a:solidFill>
              <a:latin typeface="Arial"/>
            </a:endParaRPr>
          </a:p>
          <a:p>
            <a:pPr lvl="1" marL="914400" indent="-298440">
              <a:lnSpc>
                <a:spcPct val="100000"/>
              </a:lnSpc>
              <a:spcBef>
                <a:spcPts val="850"/>
              </a:spcBef>
              <a:buClr>
                <a:srgbClr val="000000"/>
              </a:buClr>
              <a:buFont typeface="Noto Sans Symbols"/>
              <a:buChar char="●"/>
            </a:pPr>
            <a:r>
              <a:rPr b="0" lang="en-US" sz="1100" spc="-1" strike="noStrike">
                <a:solidFill>
                  <a:schemeClr val="dk1"/>
                </a:solidFill>
                <a:latin typeface="Arial"/>
                <a:ea typeface="Arial"/>
              </a:rPr>
              <a:t>df1=df.copy(deep=True)</a:t>
            </a:r>
            <a:endParaRPr b="0" lang="en-US" sz="1100" spc="-1" strike="noStrike">
              <a:solidFill>
                <a:srgbClr val="000000"/>
              </a:solidFill>
              <a:latin typeface="Arial"/>
            </a:endParaRPr>
          </a:p>
          <a:p>
            <a:pPr marL="457200" indent="-298440">
              <a:lnSpc>
                <a:spcPct val="100000"/>
              </a:lnSpc>
              <a:spcBef>
                <a:spcPts val="1060"/>
              </a:spcBef>
              <a:buClr>
                <a:srgbClr val="000000"/>
              </a:buClr>
              <a:buFont typeface="Noto Sans Symbols"/>
              <a:buChar char="●"/>
            </a:pPr>
            <a:r>
              <a:rPr b="0" lang="en-US" sz="1100" spc="-1" strike="noStrike">
                <a:solidFill>
                  <a:schemeClr val="dk1"/>
                </a:solidFill>
                <a:latin typeface="Arial"/>
                <a:ea typeface="Arial"/>
              </a:rPr>
              <a:t>Notar que al hacer esto, duplicamos el set de datos, por lo que aumenta el uso de memoria de la instancia</a:t>
            </a:r>
            <a:endParaRPr b="0" lang="en-US" sz="1100" spc="-1" strike="noStrike">
              <a:solidFill>
                <a:srgbClr val="000000"/>
              </a:solidFill>
              <a:latin typeface="Arial"/>
            </a:endParaRPr>
          </a:p>
          <a:p>
            <a:pPr>
              <a:lnSpc>
                <a:spcPct val="100000"/>
              </a:lnSpc>
              <a:spcBef>
                <a:spcPts val="1060"/>
              </a:spcBef>
              <a:tabLst>
                <a:tab algn="l" pos="0"/>
              </a:tabLst>
            </a:pPr>
            <a:endParaRPr b="0" lang="en-US" sz="1400" spc="-1" strike="noStrike">
              <a:solidFill>
                <a:srgbClr val="000000"/>
              </a:solidFill>
              <a:latin typeface="Arial"/>
            </a:endParaRPr>
          </a:p>
        </p:txBody>
      </p:sp>
    </p:spTree>
  </p:cSld>
  <p:transition>
    <p:fade thruBlk="true"/>
  </p:transition>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Google Shape;491;p53"/>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326" name="PlaceHolder 1"/>
          <p:cNvSpPr>
            <a:spLocks noGrp="1"/>
          </p:cNvSpPr>
          <p:nvPr>
            <p:ph type="sldNum" idx="57"/>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D6562E5E-2C5D-4874-8FF7-0260AEC7CA9F}"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327" name="Google Shape;493;p53"/>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328" name="Google Shape;494;p53" descr="di_tella2.png"/>
          <p:cNvPicPr/>
          <p:nvPr/>
        </p:nvPicPr>
        <p:blipFill>
          <a:blip r:embed="rId1"/>
          <a:stretch/>
        </p:blipFill>
        <p:spPr>
          <a:xfrm>
            <a:off x="4061520" y="1800"/>
            <a:ext cx="548280" cy="340200"/>
          </a:xfrm>
          <a:prstGeom prst="rect">
            <a:avLst/>
          </a:prstGeom>
          <a:ln w="0">
            <a:noFill/>
          </a:ln>
        </p:spPr>
      </p:pic>
      <p:sp>
        <p:nvSpPr>
          <p:cNvPr id="329" name="Google Shape;495;p53"/>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330" name="Google Shape;496;p53"/>
          <p:cNvSpPr/>
          <p:nvPr/>
        </p:nvSpPr>
        <p:spPr>
          <a:xfrm>
            <a:off x="0" y="369720"/>
            <a:ext cx="2922120" cy="34416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1" lang="en-US" sz="1400" spc="-1" strike="noStrike">
                <a:solidFill>
                  <a:schemeClr val="dk1"/>
                </a:solidFill>
                <a:latin typeface="Arial"/>
                <a:ea typeface="Arial"/>
              </a:rPr>
              <a:t>Iterar sobre un dataframe</a:t>
            </a:r>
            <a:endParaRPr b="0" lang="en-US" sz="1400" spc="-1" strike="noStrike">
              <a:solidFill>
                <a:srgbClr val="000000"/>
              </a:solidFill>
              <a:latin typeface="Arial"/>
            </a:endParaRPr>
          </a:p>
          <a:p>
            <a:pPr algn="ctr">
              <a:lnSpc>
                <a:spcPct val="100000"/>
              </a:lnSpc>
              <a:tabLst>
                <a:tab algn="l" pos="0"/>
              </a:tabLst>
            </a:pPr>
            <a:endParaRPr b="0" lang="en-US" sz="1400" spc="-1" strike="noStrike">
              <a:solidFill>
                <a:srgbClr val="000000"/>
              </a:solidFill>
              <a:latin typeface="Arial"/>
            </a:endParaRPr>
          </a:p>
        </p:txBody>
      </p:sp>
      <p:sp>
        <p:nvSpPr>
          <p:cNvPr id="331" name="Google Shape;497;p53"/>
          <p:cNvSpPr/>
          <p:nvPr/>
        </p:nvSpPr>
        <p:spPr>
          <a:xfrm>
            <a:off x="-120960" y="716400"/>
            <a:ext cx="4671720" cy="2250720"/>
          </a:xfrm>
          <a:prstGeom prst="rect">
            <a:avLst/>
          </a:prstGeom>
          <a:noFill/>
          <a:ln w="0">
            <a:noFill/>
          </a:ln>
        </p:spPr>
        <p:style>
          <a:lnRef idx="0"/>
          <a:fillRef idx="0"/>
          <a:effectRef idx="0"/>
          <a:fontRef idx="minor"/>
        </p:style>
        <p:txBody>
          <a:bodyPr tIns="91440" bIns="91440" anchor="t">
            <a:noAutofit/>
          </a:bodyPr>
          <a:p>
            <a:pPr marL="432000" indent="-344160">
              <a:lnSpc>
                <a:spcPct val="100000"/>
              </a:lnSpc>
              <a:buClr>
                <a:srgbClr val="000000"/>
              </a:buClr>
              <a:buFont typeface="Noto Sans Symbols"/>
              <a:buChar char="●"/>
            </a:pPr>
            <a:r>
              <a:rPr b="0" lang="en-US" sz="1400" spc="-1" strike="noStrike">
                <a:solidFill>
                  <a:schemeClr val="dk1"/>
                </a:solidFill>
                <a:latin typeface="Arial"/>
                <a:ea typeface="Arial"/>
              </a:rPr>
              <a:t>Claramente, es muy tentador iterar sobre estas estructuras que acabamos de explicar. La manera correcta es mediante un for loop y el método “iterrows”.</a:t>
            </a:r>
            <a:endParaRPr b="0" lang="en-US" sz="1400" spc="-1" strike="noStrike">
              <a:solidFill>
                <a:srgbClr val="000000"/>
              </a:solidFill>
              <a:latin typeface="Arial"/>
            </a:endParaRPr>
          </a:p>
        </p:txBody>
      </p:sp>
      <p:pic>
        <p:nvPicPr>
          <p:cNvPr id="332" name="Google Shape;498;p53" descr=""/>
          <p:cNvPicPr/>
          <p:nvPr/>
        </p:nvPicPr>
        <p:blipFill>
          <a:blip r:embed="rId2"/>
          <a:stretch/>
        </p:blipFill>
        <p:spPr>
          <a:xfrm rot="9600">
            <a:off x="93240" y="1805400"/>
            <a:ext cx="4436640" cy="1106640"/>
          </a:xfrm>
          <a:prstGeom prst="rect">
            <a:avLst/>
          </a:prstGeom>
          <a:ln w="0">
            <a:noFill/>
          </a:ln>
        </p:spPr>
      </p:pic>
    </p:spTree>
  </p:cSld>
  <p:transition>
    <p:fade thruBlk="true"/>
  </p:transition>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Google Shape;503;p54"/>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334" name="PlaceHolder 1"/>
          <p:cNvSpPr>
            <a:spLocks noGrp="1"/>
          </p:cNvSpPr>
          <p:nvPr>
            <p:ph type="sldNum" idx="58"/>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3FCCD0AE-6C59-44EF-B4A1-A3A09FD0FF17}"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335" name="Google Shape;505;p54"/>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336" name="Google Shape;506;p54" descr="di_tella2.png"/>
          <p:cNvPicPr/>
          <p:nvPr/>
        </p:nvPicPr>
        <p:blipFill>
          <a:blip r:embed="rId1"/>
          <a:stretch/>
        </p:blipFill>
        <p:spPr>
          <a:xfrm>
            <a:off x="4061520" y="1800"/>
            <a:ext cx="548280" cy="340200"/>
          </a:xfrm>
          <a:prstGeom prst="rect">
            <a:avLst/>
          </a:prstGeom>
          <a:ln w="0">
            <a:noFill/>
          </a:ln>
        </p:spPr>
      </p:pic>
      <p:sp>
        <p:nvSpPr>
          <p:cNvPr id="337" name="Google Shape;507;p54"/>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338" name="Google Shape;508;p54"/>
          <p:cNvSpPr/>
          <p:nvPr/>
        </p:nvSpPr>
        <p:spPr>
          <a:xfrm>
            <a:off x="0" y="358200"/>
            <a:ext cx="2427480" cy="34416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1" lang="en-US" sz="1400" spc="-1" strike="noStrike">
                <a:solidFill>
                  <a:schemeClr val="dk1"/>
                </a:solidFill>
                <a:latin typeface="Arial"/>
                <a:ea typeface="Arial"/>
              </a:rPr>
              <a:t>Iterar sobre un dataframe</a:t>
            </a:r>
            <a:endParaRPr b="0" lang="en-US" sz="1400" spc="-1" strike="noStrike">
              <a:solidFill>
                <a:srgbClr val="000000"/>
              </a:solidFill>
              <a:latin typeface="Arial"/>
            </a:endParaRPr>
          </a:p>
        </p:txBody>
      </p:sp>
      <p:sp>
        <p:nvSpPr>
          <p:cNvPr id="339" name="Google Shape;509;p54"/>
          <p:cNvSpPr/>
          <p:nvPr/>
        </p:nvSpPr>
        <p:spPr>
          <a:xfrm>
            <a:off x="-120960" y="716400"/>
            <a:ext cx="4671720" cy="2250720"/>
          </a:xfrm>
          <a:prstGeom prst="rect">
            <a:avLst/>
          </a:prstGeom>
          <a:noFill/>
          <a:ln w="0">
            <a:noFill/>
          </a:ln>
        </p:spPr>
        <p:style>
          <a:lnRef idx="0"/>
          <a:fillRef idx="0"/>
          <a:effectRef idx="0"/>
          <a:fontRef idx="minor"/>
        </p:style>
        <p:txBody>
          <a:bodyPr tIns="91440" bIns="91440" anchor="t">
            <a:noAutofit/>
          </a:bodyPr>
          <a:p>
            <a:pPr marL="457200" indent="-317520">
              <a:lnSpc>
                <a:spcPct val="100000"/>
              </a:lnSpc>
              <a:buClr>
                <a:srgbClr val="000000"/>
              </a:buClr>
              <a:buFont typeface="Noto Sans Symbols"/>
              <a:buChar char="●"/>
            </a:pPr>
            <a:r>
              <a:rPr b="0" lang="en-US" sz="1400" spc="-1" strike="noStrike">
                <a:solidFill>
                  <a:schemeClr val="dk1"/>
                </a:solidFill>
                <a:latin typeface="Arial"/>
                <a:ea typeface="Arial"/>
              </a:rPr>
              <a:t>Qué se puede notar aca? Que para iterar sobre un dataframe hay que involucrar al ÍNDICE. Ya que se va iterando sobre el índice.</a:t>
            </a:r>
            <a:endParaRPr b="0" lang="en-US" sz="1400" spc="-1" strike="noStrike">
              <a:solidFill>
                <a:srgbClr val="000000"/>
              </a:solidFill>
              <a:latin typeface="Arial"/>
            </a:endParaRPr>
          </a:p>
          <a:p>
            <a:pPr marL="457200" indent="-317520">
              <a:lnSpc>
                <a:spcPct val="100000"/>
              </a:lnSpc>
              <a:spcBef>
                <a:spcPts val="1060"/>
              </a:spcBef>
              <a:buClr>
                <a:srgbClr val="000000"/>
              </a:buClr>
              <a:buFont typeface="Noto Sans Symbols"/>
              <a:buChar char="●"/>
            </a:pPr>
            <a:r>
              <a:rPr b="0" lang="en-US" sz="1400" spc="-1" strike="noStrike">
                <a:solidFill>
                  <a:schemeClr val="dk1"/>
                </a:solidFill>
                <a:latin typeface="Arial"/>
                <a:ea typeface="Arial"/>
              </a:rPr>
              <a:t>Qué pasa si reordenamos/manipulamos el df de tal manera de que los índices se repiten, faltan, cambian de orden?</a:t>
            </a:r>
            <a:endParaRPr b="0" lang="en-US" sz="1400" spc="-1" strike="noStrike">
              <a:solidFill>
                <a:srgbClr val="000000"/>
              </a:solidFill>
              <a:latin typeface="Arial"/>
            </a:endParaRPr>
          </a:p>
          <a:p>
            <a:pPr marL="457200" indent="-317520">
              <a:lnSpc>
                <a:spcPct val="100000"/>
              </a:lnSpc>
              <a:spcBef>
                <a:spcPts val="1060"/>
              </a:spcBef>
              <a:buClr>
                <a:srgbClr val="000000"/>
              </a:buClr>
              <a:buFont typeface="Noto Sans Symbols"/>
              <a:buChar char="●"/>
            </a:pPr>
            <a:r>
              <a:rPr b="0" lang="en-US" sz="1400" spc="-1" strike="noStrike">
                <a:solidFill>
                  <a:schemeClr val="dk1"/>
                </a:solidFill>
                <a:latin typeface="Arial"/>
                <a:ea typeface="Arial"/>
              </a:rPr>
              <a:t>La iteración falla.</a:t>
            </a:r>
            <a:endParaRPr b="0" lang="en-US" sz="1400" spc="-1" strike="noStrike">
              <a:solidFill>
                <a:srgbClr val="000000"/>
              </a:solidFill>
              <a:latin typeface="Arial"/>
            </a:endParaRPr>
          </a:p>
          <a:p>
            <a:pPr marL="457200" indent="-317520">
              <a:lnSpc>
                <a:spcPct val="100000"/>
              </a:lnSpc>
              <a:spcBef>
                <a:spcPts val="1060"/>
              </a:spcBef>
              <a:buClr>
                <a:srgbClr val="000000"/>
              </a:buClr>
              <a:buFont typeface="Noto Sans Symbols"/>
              <a:buChar char="●"/>
            </a:pPr>
            <a:r>
              <a:rPr b="0" lang="en-US" sz="1400" spc="-1" strike="noStrike">
                <a:solidFill>
                  <a:schemeClr val="dk1"/>
                </a:solidFill>
                <a:latin typeface="Arial"/>
                <a:ea typeface="Arial"/>
              </a:rPr>
              <a:t>¿Cómo podríamos resolver este potencial problema?</a:t>
            </a:r>
            <a:endParaRPr b="0" lang="en-US" sz="1400" spc="-1" strike="noStrike">
              <a:solidFill>
                <a:srgbClr val="000000"/>
              </a:solidFill>
              <a:latin typeface="Arial"/>
            </a:endParaRPr>
          </a:p>
        </p:txBody>
      </p:sp>
    </p:spTree>
  </p:cSld>
  <p:transition>
    <p:fade thruBlk="true"/>
  </p:transition>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Google Shape;514;p55"/>
          <p:cNvSpPr/>
          <p:nvPr/>
        </p:nvSpPr>
        <p:spPr>
          <a:xfrm>
            <a:off x="1129680" y="1618560"/>
            <a:ext cx="3231360" cy="194040"/>
          </a:xfrm>
          <a:prstGeom prst="rect">
            <a:avLst/>
          </a:prstGeom>
          <a:noFill/>
          <a:ln w="0">
            <a:noFill/>
          </a:ln>
        </p:spPr>
        <p:style>
          <a:lnRef idx="0"/>
          <a:fillRef idx="0"/>
          <a:effectRef idx="0"/>
          <a:fontRef idx="minor"/>
        </p:style>
        <p:txBody>
          <a:bodyPr lIns="0" rIns="0" tIns="11520" bIns="0" anchor="t">
            <a:spAutoFit/>
          </a:bodyPr>
          <a:p>
            <a:pPr marL="12600">
              <a:lnSpc>
                <a:spcPct val="100000"/>
              </a:lnSpc>
              <a:tabLst>
                <a:tab algn="l" pos="0"/>
              </a:tabLst>
            </a:pPr>
            <a:r>
              <a:rPr b="0" lang="en-US" sz="1200" spc="-1" strike="noStrike">
                <a:solidFill>
                  <a:srgbClr val="f4f2ed"/>
                </a:solidFill>
                <a:latin typeface="Calibri"/>
                <a:ea typeface="Calibri"/>
              </a:rPr>
              <a:t>PANDAS - JOINS/OPERACIONES BOOLEANAS</a:t>
            </a:r>
            <a:endParaRPr b="0" lang="en-US" sz="1200" spc="-1" strike="noStrike">
              <a:solidFill>
                <a:srgbClr val="000000"/>
              </a:solidFill>
              <a:latin typeface="Arial"/>
            </a:endParaRPr>
          </a:p>
        </p:txBody>
      </p:sp>
      <p:grpSp>
        <p:nvGrpSpPr>
          <p:cNvPr id="341" name="Google Shape;515;p55"/>
          <p:cNvGrpSpPr/>
          <p:nvPr/>
        </p:nvGrpSpPr>
        <p:grpSpPr>
          <a:xfrm>
            <a:off x="1139760" y="1816560"/>
            <a:ext cx="2340360" cy="25200"/>
            <a:chOff x="1139760" y="1816560"/>
            <a:chExt cx="2340360" cy="25200"/>
          </a:xfrm>
        </p:grpSpPr>
        <p:sp>
          <p:nvSpPr>
            <p:cNvPr id="342" name="Google Shape;516;p55"/>
            <p:cNvSpPr/>
            <p:nvPr/>
          </p:nvSpPr>
          <p:spPr>
            <a:xfrm>
              <a:off x="1139760" y="1816560"/>
              <a:ext cx="2340360" cy="25200"/>
            </a:xfrm>
            <a:custGeom>
              <a:avLst/>
              <a:gdLst>
                <a:gd name="textAreaLeft" fmla="*/ 0 w 2340360"/>
                <a:gd name="textAreaRight" fmla="*/ 2340720 w 2340360"/>
                <a:gd name="textAreaTop" fmla="*/ 0 h 25200"/>
                <a:gd name="textAreaBottom" fmla="*/ 25560 h 25200"/>
              </a:gdLst>
              <a:ahLst/>
              <a:rect l="textAreaLeft" t="textAreaTop" r="textAreaRight" b="textAreaBottom"/>
              <a:pathLst>
                <a:path w="2340610" h="25400">
                  <a:moveTo>
                    <a:pt x="0" y="25305"/>
                  </a:moveTo>
                  <a:lnTo>
                    <a:pt x="0" y="0"/>
                  </a:lnTo>
                  <a:lnTo>
                    <a:pt x="2340180" y="0"/>
                  </a:lnTo>
                  <a:lnTo>
                    <a:pt x="2340180" y="25305"/>
                  </a:lnTo>
                  <a:lnTo>
                    <a:pt x="0" y="25305"/>
                  </a:lnTo>
                  <a:close/>
                </a:path>
              </a:pathLst>
            </a:custGeom>
            <a:solidFill>
              <a:srgbClr val="f4f2ed"/>
            </a:solidFill>
            <a:ln w="0">
              <a:noFill/>
            </a:ln>
            <a:effectLst>
              <a:outerShdw algn="bl" blurRad="57240" dir="5400000" dist="19080" rotWithShape="0">
                <a:srgbClr val="000000">
                  <a:alpha val="50000"/>
                </a:srgbClr>
              </a:outerShdw>
            </a:effectLst>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43" name="Google Shape;517;p55"/>
            <p:cNvSpPr/>
            <p:nvPr/>
          </p:nvSpPr>
          <p:spPr>
            <a:xfrm>
              <a:off x="1139760" y="1816560"/>
              <a:ext cx="2340360" cy="25200"/>
            </a:xfrm>
            <a:custGeom>
              <a:avLst/>
              <a:gdLst>
                <a:gd name="textAreaLeft" fmla="*/ 0 w 2340360"/>
                <a:gd name="textAreaRight" fmla="*/ 2340720 w 2340360"/>
                <a:gd name="textAreaTop" fmla="*/ 0 h 25200"/>
                <a:gd name="textAreaBottom" fmla="*/ 25560 h 25200"/>
              </a:gdLst>
              <a:ahLst/>
              <a:rect l="textAreaLeft" t="textAreaTop" r="textAreaRight" b="textAreaBottom"/>
              <a:pathLst>
                <a:path w="2340610" h="25400">
                  <a:moveTo>
                    <a:pt x="0" y="25305"/>
                  </a:moveTo>
                  <a:lnTo>
                    <a:pt x="0" y="0"/>
                  </a:lnTo>
                  <a:lnTo>
                    <a:pt x="2340180" y="0"/>
                  </a:lnTo>
                  <a:lnTo>
                    <a:pt x="2340180" y="25305"/>
                  </a:lnTo>
                  <a:lnTo>
                    <a:pt x="0" y="25305"/>
                  </a:lnTo>
                  <a:close/>
                </a:path>
              </a:pathLst>
            </a:custGeom>
            <a:noFill/>
            <a:ln w="9525">
              <a:solidFill>
                <a:srgbClr val="f4f2ed"/>
              </a:solidFill>
              <a:round/>
            </a:ln>
            <a:effectLst>
              <a:outerShdw algn="bl" blurRad="57240" dir="5400000" dist="19080" rotWithShape="0">
                <a:srgbClr val="000000">
                  <a:alpha val="50000"/>
                </a:srgbClr>
              </a:outerShdw>
            </a:effectLst>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44" name="Google Shape;518;p55"/>
            <p:cNvSpPr/>
            <p:nvPr/>
          </p:nvSpPr>
          <p:spPr>
            <a:xfrm>
              <a:off x="1139760" y="1816560"/>
              <a:ext cx="304920" cy="25200"/>
            </a:xfrm>
            <a:custGeom>
              <a:avLst/>
              <a:gdLst>
                <a:gd name="textAreaLeft" fmla="*/ 0 w 304920"/>
                <a:gd name="textAreaRight" fmla="*/ 305280 w 304920"/>
                <a:gd name="textAreaTop" fmla="*/ 0 h 25200"/>
                <a:gd name="textAreaBottom" fmla="*/ 25560 h 25200"/>
              </a:gdLst>
              <a:ahLst/>
              <a:rect l="textAreaLeft" t="textAreaTop" r="textAreaRight" b="textAreaBottom"/>
              <a:pathLst>
                <a:path w="305434" h="25400">
                  <a:moveTo>
                    <a:pt x="0" y="25305"/>
                  </a:moveTo>
                  <a:lnTo>
                    <a:pt x="0" y="0"/>
                  </a:lnTo>
                  <a:lnTo>
                    <a:pt x="305235" y="0"/>
                  </a:lnTo>
                  <a:lnTo>
                    <a:pt x="305235" y="25305"/>
                  </a:lnTo>
                  <a:lnTo>
                    <a:pt x="0" y="25305"/>
                  </a:lnTo>
                  <a:close/>
                </a:path>
              </a:pathLst>
            </a:custGeom>
            <a:solidFill>
              <a:srgbClr val="006dbf"/>
            </a:solidFill>
            <a:ln w="0">
              <a:noFill/>
            </a:ln>
            <a:effectLst>
              <a:outerShdw algn="bl" blurRad="57240" dir="5400000" dist="19080" rotWithShape="0">
                <a:srgbClr val="000000">
                  <a:alpha val="50000"/>
                </a:srgbClr>
              </a:outerShdw>
            </a:effectLst>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45" name="Google Shape;519;p55"/>
            <p:cNvSpPr/>
            <p:nvPr/>
          </p:nvSpPr>
          <p:spPr>
            <a:xfrm>
              <a:off x="1139760" y="1816560"/>
              <a:ext cx="304920" cy="25200"/>
            </a:xfrm>
            <a:custGeom>
              <a:avLst/>
              <a:gdLst>
                <a:gd name="textAreaLeft" fmla="*/ 0 w 304920"/>
                <a:gd name="textAreaRight" fmla="*/ 305280 w 304920"/>
                <a:gd name="textAreaTop" fmla="*/ 0 h 25200"/>
                <a:gd name="textAreaBottom" fmla="*/ 25560 h 25200"/>
              </a:gdLst>
              <a:ahLst/>
              <a:rect l="textAreaLeft" t="textAreaTop" r="textAreaRight" b="textAreaBottom"/>
              <a:pathLst>
                <a:path w="305434" h="25400">
                  <a:moveTo>
                    <a:pt x="0" y="25305"/>
                  </a:moveTo>
                  <a:lnTo>
                    <a:pt x="0" y="0"/>
                  </a:lnTo>
                  <a:lnTo>
                    <a:pt x="305235" y="0"/>
                  </a:lnTo>
                  <a:lnTo>
                    <a:pt x="305235" y="25305"/>
                  </a:lnTo>
                  <a:lnTo>
                    <a:pt x="0" y="25305"/>
                  </a:lnTo>
                  <a:close/>
                </a:path>
              </a:pathLst>
            </a:custGeom>
            <a:solidFill>
              <a:srgbClr val="ffdc64"/>
            </a:solidFill>
            <a:ln w="9525">
              <a:solidFill>
                <a:srgbClr val="ffdc64"/>
              </a:solidFill>
              <a:round/>
            </a:ln>
            <a:effectLst>
              <a:outerShdw algn="bl" blurRad="57240" dir="5400000" dist="19080" rotWithShape="0">
                <a:srgbClr val="000000">
                  <a:alpha val="50000"/>
                </a:srgbClr>
              </a:outerShdw>
            </a:effectLst>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000000"/>
                </a:solidFill>
                <a:latin typeface="Arial"/>
              </a:endParaRPr>
            </a:p>
          </p:txBody>
        </p:sp>
      </p:grpSp>
    </p:spTree>
  </p:cSld>
  <p:transition>
    <p:fade thruBlk="true"/>
  </p:transition>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Google Shape;524;p56"/>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347" name="PlaceHolder 1"/>
          <p:cNvSpPr>
            <a:spLocks noGrp="1"/>
          </p:cNvSpPr>
          <p:nvPr>
            <p:ph type="sldNum" idx="59"/>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F9D672E2-CA05-4972-9CCB-3947B53BAFAF}"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348" name="Google Shape;526;p56"/>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349" name="Google Shape;527;p56" descr="di_tella2.png"/>
          <p:cNvPicPr/>
          <p:nvPr/>
        </p:nvPicPr>
        <p:blipFill>
          <a:blip r:embed="rId1"/>
          <a:stretch/>
        </p:blipFill>
        <p:spPr>
          <a:xfrm>
            <a:off x="4061520" y="1800"/>
            <a:ext cx="548280" cy="340200"/>
          </a:xfrm>
          <a:prstGeom prst="rect">
            <a:avLst/>
          </a:prstGeom>
          <a:ln w="0">
            <a:noFill/>
          </a:ln>
        </p:spPr>
      </p:pic>
      <p:sp>
        <p:nvSpPr>
          <p:cNvPr id="350" name="Google Shape;528;p56"/>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351" name="Google Shape;529;p56"/>
          <p:cNvSpPr/>
          <p:nvPr/>
        </p:nvSpPr>
        <p:spPr>
          <a:xfrm>
            <a:off x="0" y="358200"/>
            <a:ext cx="882720" cy="34416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1" lang="en-US" sz="1400" spc="-1" strike="noStrike">
                <a:solidFill>
                  <a:schemeClr val="dk1"/>
                </a:solidFill>
                <a:latin typeface="Arial"/>
                <a:ea typeface="Arial"/>
              </a:rPr>
              <a:t>Joins</a:t>
            </a:r>
            <a:endParaRPr b="0" lang="en-US" sz="1400" spc="-1" strike="noStrike">
              <a:solidFill>
                <a:srgbClr val="000000"/>
              </a:solidFill>
              <a:latin typeface="Arial"/>
            </a:endParaRPr>
          </a:p>
        </p:txBody>
      </p:sp>
      <p:sp>
        <p:nvSpPr>
          <p:cNvPr id="352" name="Google Shape;530;p56"/>
          <p:cNvSpPr/>
          <p:nvPr/>
        </p:nvSpPr>
        <p:spPr>
          <a:xfrm>
            <a:off x="-120960" y="716400"/>
            <a:ext cx="4671720" cy="2250720"/>
          </a:xfrm>
          <a:prstGeom prst="rect">
            <a:avLst/>
          </a:prstGeom>
          <a:noFill/>
          <a:ln w="0">
            <a:noFill/>
          </a:ln>
        </p:spPr>
        <p:style>
          <a:lnRef idx="0"/>
          <a:fillRef idx="0"/>
          <a:effectRef idx="0"/>
          <a:fontRef idx="minor"/>
        </p:style>
        <p:txBody>
          <a:bodyPr tIns="91440" bIns="91440" anchor="t">
            <a:noAutofit/>
          </a:bodyPr>
          <a:p>
            <a:pPr marL="457200" indent="-317520">
              <a:lnSpc>
                <a:spcPct val="100000"/>
              </a:lnSpc>
              <a:buClr>
                <a:srgbClr val="000000"/>
              </a:buClr>
              <a:buFont typeface="Noto Sans Symbols"/>
              <a:buChar char="●"/>
            </a:pPr>
            <a:r>
              <a:rPr b="1" lang="en-US" sz="1400" spc="-1" strike="noStrike">
                <a:solidFill>
                  <a:schemeClr val="dk1"/>
                </a:solidFill>
                <a:latin typeface="Arial"/>
                <a:ea typeface="Arial"/>
              </a:rPr>
              <a:t>Inner join</a:t>
            </a:r>
            <a:r>
              <a:rPr b="0" lang="en-US" sz="1400" spc="-1" strike="noStrike">
                <a:solidFill>
                  <a:schemeClr val="dk1"/>
                </a:solidFill>
                <a:latin typeface="Arial"/>
                <a:ea typeface="Arial"/>
              </a:rPr>
              <a:t>: pd.merge(df1, df2, on="key"). Siendo df1 y df2 los 2 dataframes a joinear y “key” el campo por medio del cual se va a realizar el join</a:t>
            </a:r>
            <a:endParaRPr b="0" lang="en-US" sz="1400" spc="-1" strike="noStrike">
              <a:solidFill>
                <a:srgbClr val="000000"/>
              </a:solidFill>
              <a:latin typeface="Arial"/>
            </a:endParaRPr>
          </a:p>
          <a:p>
            <a:pPr marL="457200" indent="-317520">
              <a:lnSpc>
                <a:spcPct val="100000"/>
              </a:lnSpc>
              <a:spcBef>
                <a:spcPts val="1060"/>
              </a:spcBef>
              <a:buClr>
                <a:srgbClr val="000000"/>
              </a:buClr>
              <a:buFont typeface="Noto Sans Symbols"/>
              <a:buChar char="●"/>
            </a:pPr>
            <a:r>
              <a:rPr b="1" lang="en-US" sz="1400" spc="-1" strike="noStrike">
                <a:solidFill>
                  <a:schemeClr val="dk1"/>
                </a:solidFill>
                <a:latin typeface="Arial"/>
                <a:ea typeface="Arial"/>
              </a:rPr>
              <a:t>Left Join</a:t>
            </a:r>
            <a:r>
              <a:rPr b="0" lang="en-US" sz="1400" spc="-1" strike="noStrike">
                <a:solidFill>
                  <a:schemeClr val="dk1"/>
                </a:solidFill>
                <a:latin typeface="Arial"/>
                <a:ea typeface="Arial"/>
              </a:rPr>
              <a:t>: pd.merge(df1, df2, on="key", how="left")</a:t>
            </a:r>
            <a:endParaRPr b="0" lang="en-US" sz="1400" spc="-1" strike="noStrike">
              <a:solidFill>
                <a:srgbClr val="000000"/>
              </a:solidFill>
              <a:latin typeface="Arial"/>
            </a:endParaRPr>
          </a:p>
          <a:p>
            <a:pPr marL="457200" indent="-317520">
              <a:lnSpc>
                <a:spcPct val="100000"/>
              </a:lnSpc>
              <a:spcBef>
                <a:spcPts val="1060"/>
              </a:spcBef>
              <a:buClr>
                <a:srgbClr val="000000"/>
              </a:buClr>
              <a:buFont typeface="Noto Sans Symbols"/>
              <a:buChar char="●"/>
            </a:pPr>
            <a:r>
              <a:rPr b="1" lang="en-US" sz="1400" spc="-1" strike="noStrike">
                <a:solidFill>
                  <a:schemeClr val="dk1"/>
                </a:solidFill>
                <a:latin typeface="Arial"/>
                <a:ea typeface="Arial"/>
              </a:rPr>
              <a:t>Right Join</a:t>
            </a:r>
            <a:r>
              <a:rPr b="0" lang="en-US" sz="1400" spc="-1" strike="noStrike">
                <a:solidFill>
                  <a:schemeClr val="dk1"/>
                </a:solidFill>
                <a:latin typeface="Arial"/>
                <a:ea typeface="Arial"/>
              </a:rPr>
              <a:t>: pd.merge(df1, df2, on="key", how="right")</a:t>
            </a:r>
            <a:endParaRPr b="0" lang="en-US" sz="1400" spc="-1" strike="noStrike">
              <a:solidFill>
                <a:srgbClr val="000000"/>
              </a:solidFill>
              <a:latin typeface="Arial"/>
            </a:endParaRPr>
          </a:p>
          <a:p>
            <a:pPr marL="457200" indent="-317520">
              <a:lnSpc>
                <a:spcPct val="100000"/>
              </a:lnSpc>
              <a:spcBef>
                <a:spcPts val="1060"/>
              </a:spcBef>
              <a:buClr>
                <a:srgbClr val="000000"/>
              </a:buClr>
              <a:buFont typeface="Noto Sans Symbols"/>
              <a:buChar char="●"/>
            </a:pPr>
            <a:r>
              <a:rPr b="1" lang="en-US" sz="1400" spc="-1" strike="noStrike">
                <a:solidFill>
                  <a:schemeClr val="dk1"/>
                </a:solidFill>
                <a:latin typeface="Arial"/>
                <a:ea typeface="Arial"/>
              </a:rPr>
              <a:t>Outer Join</a:t>
            </a:r>
            <a:r>
              <a:rPr b="0" lang="en-US" sz="1400" spc="-1" strike="noStrike">
                <a:solidFill>
                  <a:schemeClr val="dk1"/>
                </a:solidFill>
                <a:latin typeface="Arial"/>
                <a:ea typeface="Arial"/>
              </a:rPr>
              <a:t>: pd.merge(df1, df2, on="key", how="outer")</a:t>
            </a:r>
            <a:endParaRPr b="0" lang="en-US" sz="1400" spc="-1" strike="noStrike">
              <a:solidFill>
                <a:srgbClr val="000000"/>
              </a:solidFill>
              <a:latin typeface="Arial"/>
            </a:endParaRPr>
          </a:p>
        </p:txBody>
      </p:sp>
    </p:spTree>
  </p:cSld>
  <p:transition>
    <p:fade thruBlk="true"/>
  </p:transition>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Google Shape;535;p57"/>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354" name="PlaceHolder 1"/>
          <p:cNvSpPr>
            <a:spLocks noGrp="1"/>
          </p:cNvSpPr>
          <p:nvPr>
            <p:ph type="sldNum" idx="60"/>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116F0C16-5C6C-420A-98F3-E5B9D770ABEA}"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355" name="Google Shape;537;p57"/>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356" name="Google Shape;538;p57" descr="di_tella2.png"/>
          <p:cNvPicPr/>
          <p:nvPr/>
        </p:nvPicPr>
        <p:blipFill>
          <a:blip r:embed="rId1"/>
          <a:stretch/>
        </p:blipFill>
        <p:spPr>
          <a:xfrm>
            <a:off x="4061520" y="1800"/>
            <a:ext cx="548280" cy="340200"/>
          </a:xfrm>
          <a:prstGeom prst="rect">
            <a:avLst/>
          </a:prstGeom>
          <a:ln w="0">
            <a:noFill/>
          </a:ln>
        </p:spPr>
      </p:pic>
      <p:sp>
        <p:nvSpPr>
          <p:cNvPr id="357" name="Google Shape;539;p57"/>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358" name="Google Shape;540;p57"/>
          <p:cNvSpPr/>
          <p:nvPr/>
        </p:nvSpPr>
        <p:spPr>
          <a:xfrm>
            <a:off x="0" y="358200"/>
            <a:ext cx="882720" cy="34416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1" lang="en-US" sz="1400" spc="-1" strike="noStrike">
                <a:solidFill>
                  <a:schemeClr val="dk1"/>
                </a:solidFill>
                <a:latin typeface="Arial"/>
                <a:ea typeface="Arial"/>
              </a:rPr>
              <a:t>Union</a:t>
            </a:r>
            <a:endParaRPr b="0" lang="en-US" sz="1400" spc="-1" strike="noStrike">
              <a:solidFill>
                <a:srgbClr val="000000"/>
              </a:solidFill>
              <a:latin typeface="Arial"/>
            </a:endParaRPr>
          </a:p>
        </p:txBody>
      </p:sp>
      <p:sp>
        <p:nvSpPr>
          <p:cNvPr id="359" name="Google Shape;541;p57"/>
          <p:cNvSpPr/>
          <p:nvPr/>
        </p:nvSpPr>
        <p:spPr>
          <a:xfrm>
            <a:off x="-120960" y="716400"/>
            <a:ext cx="4671720" cy="2250720"/>
          </a:xfrm>
          <a:prstGeom prst="rect">
            <a:avLst/>
          </a:prstGeom>
          <a:noFill/>
          <a:ln w="0">
            <a:noFill/>
          </a:ln>
        </p:spPr>
        <p:style>
          <a:lnRef idx="0"/>
          <a:fillRef idx="0"/>
          <a:effectRef idx="0"/>
          <a:fontRef idx="minor"/>
        </p:style>
        <p:txBody>
          <a:bodyPr tIns="91440" bIns="91440" anchor="t">
            <a:noAutofit/>
          </a:bodyPr>
          <a:p>
            <a:pPr marL="457200" indent="-317520">
              <a:lnSpc>
                <a:spcPct val="100000"/>
              </a:lnSpc>
              <a:buClr>
                <a:srgbClr val="000000"/>
              </a:buClr>
              <a:buFont typeface="Noto Sans Symbols"/>
              <a:buChar char="●"/>
            </a:pPr>
            <a:r>
              <a:rPr b="0" lang="en-US" sz="1400" spc="-1" strike="noStrike">
                <a:solidFill>
                  <a:schemeClr val="dk1"/>
                </a:solidFill>
                <a:latin typeface="Arial"/>
                <a:ea typeface="Arial"/>
              </a:rPr>
              <a:t>Dentro de las operaciones booleanas vistas en la última clase, podremos replicar la union mediante el “concat”. Dados 2 dataframes:</a:t>
            </a:r>
            <a:endParaRPr b="0" lang="en-US" sz="1400" spc="-1" strike="noStrike">
              <a:solidFill>
                <a:srgbClr val="000000"/>
              </a:solidFill>
              <a:latin typeface="Arial"/>
            </a:endParaRPr>
          </a:p>
          <a:p>
            <a:pPr marL="457200" indent="-317520">
              <a:lnSpc>
                <a:spcPct val="100000"/>
              </a:lnSpc>
              <a:spcBef>
                <a:spcPts val="1060"/>
              </a:spcBef>
              <a:buClr>
                <a:srgbClr val="000000"/>
              </a:buClr>
              <a:buFont typeface="Noto Sans Symbols"/>
              <a:buChar char="●"/>
            </a:pPr>
            <a:r>
              <a:rPr b="0" lang="en-US" sz="1400" spc="-1" strike="noStrike">
                <a:solidFill>
                  <a:schemeClr val="dk1"/>
                </a:solidFill>
                <a:latin typeface="Arial"/>
                <a:ea typeface="Arial"/>
              </a:rPr>
              <a:t>pd.concat([df1, df2]) realiza la unión entre ambos.</a:t>
            </a:r>
            <a:endParaRPr b="0" lang="en-US" sz="1400" spc="-1" strike="noStrike">
              <a:solidFill>
                <a:srgbClr val="000000"/>
              </a:solidFill>
              <a:latin typeface="Arial"/>
            </a:endParaRPr>
          </a:p>
        </p:txBody>
      </p:sp>
    </p:spTree>
  </p:cSld>
  <p:transition>
    <p:fade thruBlk="true"/>
  </p:transition>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Google Shape;546;p58"/>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361" name="PlaceHolder 1"/>
          <p:cNvSpPr>
            <a:spLocks noGrp="1"/>
          </p:cNvSpPr>
          <p:nvPr>
            <p:ph type="sldNum" idx="61"/>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0E37A95B-DD27-450B-A4C9-62F7F65D0D41}"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362" name="Google Shape;548;p58"/>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363" name="Google Shape;549;p58" descr="di_tella2.png"/>
          <p:cNvPicPr/>
          <p:nvPr/>
        </p:nvPicPr>
        <p:blipFill>
          <a:blip r:embed="rId1"/>
          <a:stretch/>
        </p:blipFill>
        <p:spPr>
          <a:xfrm>
            <a:off x="4061520" y="1800"/>
            <a:ext cx="548280" cy="340200"/>
          </a:xfrm>
          <a:prstGeom prst="rect">
            <a:avLst/>
          </a:prstGeom>
          <a:ln w="0">
            <a:noFill/>
          </a:ln>
        </p:spPr>
      </p:pic>
      <p:sp>
        <p:nvSpPr>
          <p:cNvPr id="364" name="Google Shape;550;p58"/>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365" name="Google Shape;551;p58"/>
          <p:cNvSpPr/>
          <p:nvPr/>
        </p:nvSpPr>
        <p:spPr>
          <a:xfrm>
            <a:off x="0" y="358200"/>
            <a:ext cx="1059120" cy="34416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1" lang="en-US" sz="1400" spc="-1" strike="noStrike">
                <a:solidFill>
                  <a:schemeClr val="dk1"/>
                </a:solidFill>
                <a:latin typeface="Arial"/>
                <a:ea typeface="Arial"/>
              </a:rPr>
              <a:t>Ejercicios</a:t>
            </a:r>
            <a:endParaRPr b="0" lang="en-US" sz="1400" spc="-1" strike="noStrike">
              <a:solidFill>
                <a:srgbClr val="000000"/>
              </a:solidFill>
              <a:latin typeface="Arial"/>
            </a:endParaRPr>
          </a:p>
        </p:txBody>
      </p:sp>
      <p:sp>
        <p:nvSpPr>
          <p:cNvPr id="366" name="Google Shape;552;p58"/>
          <p:cNvSpPr/>
          <p:nvPr/>
        </p:nvSpPr>
        <p:spPr>
          <a:xfrm>
            <a:off x="-120960" y="716400"/>
            <a:ext cx="4671720" cy="2250720"/>
          </a:xfrm>
          <a:prstGeom prst="rect">
            <a:avLst/>
          </a:prstGeom>
          <a:noFill/>
          <a:ln w="0">
            <a:noFill/>
          </a:ln>
        </p:spPr>
        <p:style>
          <a:lnRef idx="0"/>
          <a:fillRef idx="0"/>
          <a:effectRef idx="0"/>
          <a:fontRef idx="minor"/>
        </p:style>
        <p:txBody>
          <a:bodyPr tIns="91440" bIns="91440" anchor="t">
            <a:noAutofit/>
          </a:bodyPr>
          <a:p>
            <a:pPr marL="457200" indent="-317520">
              <a:lnSpc>
                <a:spcPct val="100000"/>
              </a:lnSpc>
              <a:buClr>
                <a:srgbClr val="000000"/>
              </a:buClr>
              <a:buFont typeface="Noto Sans Symbols"/>
              <a:buChar char="●"/>
            </a:pPr>
            <a:r>
              <a:rPr b="0" lang="en-US" sz="1400" spc="-1" strike="noStrike">
                <a:solidFill>
                  <a:schemeClr val="dk1"/>
                </a:solidFill>
                <a:latin typeface="Arial"/>
                <a:ea typeface="Arial"/>
              </a:rPr>
              <a:t>Realizar una función que efectúe una intersección entre 2 dataframes y otra que efectúe una excepción. </a:t>
            </a:r>
            <a:endParaRPr b="0" lang="en-US" sz="1400" spc="-1" strike="noStrike">
              <a:solidFill>
                <a:srgbClr val="000000"/>
              </a:solidFill>
              <a:latin typeface="Arial"/>
            </a:endParaRPr>
          </a:p>
          <a:p>
            <a:pPr marL="457200" indent="-317520">
              <a:lnSpc>
                <a:spcPct val="100000"/>
              </a:lnSpc>
              <a:buClr>
                <a:srgbClr val="000000"/>
              </a:buClr>
              <a:buFont typeface="Noto Sans Symbols"/>
              <a:buChar char="●"/>
            </a:pPr>
            <a:r>
              <a:rPr b="0" lang="en-US" sz="1400" spc="-1" strike="noStrike">
                <a:solidFill>
                  <a:schemeClr val="dk1"/>
                </a:solidFill>
                <a:latin typeface="Arial"/>
                <a:ea typeface="Arial"/>
              </a:rPr>
              <a:t>Realizar un inner join, un outer join, un left join y un right join usando las tablas “customers” y “orders”, usando como clave de join ¿Qué atributo debiéramos usar para joinear ambas tablas?</a:t>
            </a:r>
            <a:endParaRPr b="0" lang="en-US" sz="1400" spc="-1" strike="noStrike">
              <a:solidFill>
                <a:srgbClr val="000000"/>
              </a:solidFill>
              <a:latin typeface="Arial"/>
            </a:endParaRPr>
          </a:p>
        </p:txBody>
      </p:sp>
    </p:spTree>
  </p:cSld>
  <p:transition>
    <p:fade thruBlk="true"/>
  </p:transition>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Google Shape;557;p59"/>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368" name="PlaceHolder 1"/>
          <p:cNvSpPr>
            <a:spLocks noGrp="1"/>
          </p:cNvSpPr>
          <p:nvPr>
            <p:ph type="sldNum" idx="62"/>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C96DA0FE-F1BF-40D5-9AFF-13BC17233BCB}"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369" name="Google Shape;559;p59"/>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370" name="Google Shape;560;p59" descr="di_tella2.png"/>
          <p:cNvPicPr/>
          <p:nvPr/>
        </p:nvPicPr>
        <p:blipFill>
          <a:blip r:embed="rId1"/>
          <a:stretch/>
        </p:blipFill>
        <p:spPr>
          <a:xfrm>
            <a:off x="4061520" y="1800"/>
            <a:ext cx="548280" cy="340200"/>
          </a:xfrm>
          <a:prstGeom prst="rect">
            <a:avLst/>
          </a:prstGeom>
          <a:ln w="0">
            <a:noFill/>
          </a:ln>
        </p:spPr>
      </p:pic>
      <p:sp>
        <p:nvSpPr>
          <p:cNvPr id="371" name="Google Shape;561;p59"/>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372" name="Google Shape;562;p59"/>
          <p:cNvSpPr/>
          <p:nvPr/>
        </p:nvSpPr>
        <p:spPr>
          <a:xfrm>
            <a:off x="0" y="358200"/>
            <a:ext cx="3428640" cy="34416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1" lang="en-US" sz="1400" spc="-1" strike="noStrike">
                <a:solidFill>
                  <a:schemeClr val="dk1"/>
                </a:solidFill>
                <a:latin typeface="Arial"/>
                <a:ea typeface="Arial"/>
              </a:rPr>
              <a:t>Pandas en la labor de un D. Analyst</a:t>
            </a:r>
            <a:endParaRPr b="0" lang="en-US" sz="1400" spc="-1" strike="noStrike">
              <a:solidFill>
                <a:srgbClr val="000000"/>
              </a:solidFill>
              <a:latin typeface="Arial"/>
            </a:endParaRPr>
          </a:p>
        </p:txBody>
      </p:sp>
      <p:sp>
        <p:nvSpPr>
          <p:cNvPr id="373" name="Google Shape;563;p59"/>
          <p:cNvSpPr/>
          <p:nvPr/>
        </p:nvSpPr>
        <p:spPr>
          <a:xfrm>
            <a:off x="-120960" y="716400"/>
            <a:ext cx="4671720" cy="2250720"/>
          </a:xfrm>
          <a:prstGeom prst="rect">
            <a:avLst/>
          </a:prstGeom>
          <a:noFill/>
          <a:ln w="0">
            <a:noFill/>
          </a:ln>
        </p:spPr>
        <p:style>
          <a:lnRef idx="0"/>
          <a:fillRef idx="0"/>
          <a:effectRef idx="0"/>
          <a:fontRef idx="minor"/>
        </p:style>
        <p:txBody>
          <a:bodyPr tIns="91440" bIns="91440" anchor="t">
            <a:noAutofit/>
          </a:bodyPr>
          <a:p>
            <a:pPr marL="457200" indent="-317520">
              <a:lnSpc>
                <a:spcPct val="100000"/>
              </a:lnSpc>
              <a:buClr>
                <a:srgbClr val="000000"/>
              </a:buClr>
              <a:buFont typeface="Noto Sans Symbols"/>
              <a:buChar char="●"/>
            </a:pPr>
            <a:r>
              <a:rPr b="0" lang="en-US" sz="1400" spc="-1" strike="noStrike">
                <a:solidFill>
                  <a:schemeClr val="dk1"/>
                </a:solidFill>
                <a:latin typeface="Arial"/>
                <a:ea typeface="Arial"/>
              </a:rPr>
              <a:t>Pandas es una herramienta excelente para LIMPIEZA Y MANIPULACIÓN de datasets.</a:t>
            </a:r>
            <a:endParaRPr b="0" lang="en-US" sz="1400" spc="-1" strike="noStrike">
              <a:solidFill>
                <a:srgbClr val="000000"/>
              </a:solidFill>
              <a:latin typeface="Arial"/>
            </a:endParaRPr>
          </a:p>
          <a:p>
            <a:pPr marL="457200" indent="-317520">
              <a:lnSpc>
                <a:spcPct val="100000"/>
              </a:lnSpc>
              <a:spcBef>
                <a:spcPts val="1060"/>
              </a:spcBef>
              <a:buClr>
                <a:srgbClr val="000000"/>
              </a:buClr>
              <a:buFont typeface="Noto Sans Symbols"/>
              <a:buChar char="●"/>
            </a:pPr>
            <a:r>
              <a:rPr b="0" lang="en-US" sz="1400" spc="-1" strike="noStrike">
                <a:solidFill>
                  <a:schemeClr val="dk1"/>
                </a:solidFill>
                <a:latin typeface="Arial"/>
                <a:ea typeface="Arial"/>
              </a:rPr>
              <a:t>Puede “reemplazar” a SQL si no estás muy ducho</a:t>
            </a:r>
            <a:endParaRPr b="0" lang="en-US" sz="1400" spc="-1" strike="noStrike">
              <a:solidFill>
                <a:srgbClr val="000000"/>
              </a:solidFill>
              <a:latin typeface="Arial"/>
            </a:endParaRPr>
          </a:p>
          <a:p>
            <a:pPr marL="457200" indent="-317520">
              <a:lnSpc>
                <a:spcPct val="100000"/>
              </a:lnSpc>
              <a:spcBef>
                <a:spcPts val="1060"/>
              </a:spcBef>
              <a:buClr>
                <a:srgbClr val="000000"/>
              </a:buClr>
              <a:buFont typeface="Noto Sans Symbols"/>
              <a:buChar char="●"/>
            </a:pPr>
            <a:r>
              <a:rPr b="0" lang="en-US" sz="1400" spc="-1" strike="noStrike">
                <a:solidFill>
                  <a:schemeClr val="dk1"/>
                </a:solidFill>
                <a:latin typeface="Arial"/>
                <a:ea typeface="Arial"/>
              </a:rPr>
              <a:t>Tiene ciertos módulos orientados a graficar datos, lo que ayuda a la hora de generar reportes.</a:t>
            </a:r>
            <a:endParaRPr b="0" lang="en-US" sz="1400" spc="-1" strike="noStrike">
              <a:solidFill>
                <a:srgbClr val="000000"/>
              </a:solidFill>
              <a:latin typeface="Arial"/>
            </a:endParaRPr>
          </a:p>
          <a:p>
            <a:pPr marL="457200" indent="-317520">
              <a:lnSpc>
                <a:spcPct val="100000"/>
              </a:lnSpc>
              <a:spcBef>
                <a:spcPts val="1060"/>
              </a:spcBef>
              <a:buClr>
                <a:srgbClr val="000000"/>
              </a:buClr>
              <a:buFont typeface="Noto Sans Symbols"/>
              <a:buChar char="●"/>
            </a:pPr>
            <a:r>
              <a:rPr b="0" lang="en-US" sz="1400" spc="-1" strike="noStrike">
                <a:solidFill>
                  <a:schemeClr val="dk1"/>
                </a:solidFill>
                <a:latin typeface="Arial"/>
                <a:ea typeface="Arial"/>
              </a:rPr>
              <a:t>En combinación con numpy, se pueden generar datasets de entrenamiento para modelos de ML </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Tree>
  </p:cSld>
  <p:transition>
    <p:fade thruBlk="true"/>
  </p:transition>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Google Shape;568;p60"/>
          <p:cNvSpPr/>
          <p:nvPr/>
        </p:nvSpPr>
        <p:spPr>
          <a:xfrm>
            <a:off x="91440" y="3193200"/>
            <a:ext cx="548280" cy="95040"/>
          </a:xfrm>
          <a:prstGeom prst="rect">
            <a:avLst/>
          </a:prstGeom>
          <a:noFill/>
          <a:ln w="0">
            <a:noFill/>
          </a:ln>
        </p:spPr>
        <p:style>
          <a:lnRef idx="0"/>
          <a:fillRef idx="0"/>
          <a:effectRef idx="0"/>
          <a:fontRef idx="minor"/>
        </p:style>
        <p:txBody>
          <a:bodyPr lIns="0" rIns="0" tIns="18360" bIns="0" anchor="t">
            <a:spAutoFit/>
          </a:bodyPr>
          <a:p>
            <a:pPr marL="12600">
              <a:lnSpc>
                <a:spcPct val="100000"/>
              </a:lnSpc>
              <a:tabLst>
                <a:tab algn="l" pos="0"/>
              </a:tabLst>
            </a:pPr>
            <a:endParaRPr b="0" lang="en-US" sz="1400" spc="-1" strike="noStrike">
              <a:solidFill>
                <a:srgbClr val="000000"/>
              </a:solidFill>
              <a:latin typeface="Arial"/>
            </a:endParaRPr>
          </a:p>
        </p:txBody>
      </p:sp>
      <p:sp>
        <p:nvSpPr>
          <p:cNvPr id="375" name="PlaceHolder 1"/>
          <p:cNvSpPr>
            <a:spLocks noGrp="1"/>
          </p:cNvSpPr>
          <p:nvPr>
            <p:ph type="sldNum" idx="63"/>
          </p:nvPr>
        </p:nvSpPr>
        <p:spPr>
          <a:xfrm>
            <a:off x="4398480" y="3341880"/>
            <a:ext cx="151920" cy="2025360"/>
          </a:xfrm>
          <a:prstGeom prst="rect">
            <a:avLst/>
          </a:prstGeom>
          <a:noFill/>
          <a:ln w="0">
            <a:noFill/>
          </a:ln>
        </p:spPr>
        <p:txBody>
          <a:bodyPr lIns="0" rIns="0" tIns="18360" bIns="0" anchor="t">
            <a:noAutofit/>
          </a:bodyPr>
          <a:lstStyle>
            <a:lvl1pPr marL="69120" indent="0" algn="r">
              <a:lnSpc>
                <a:spcPct val="100000"/>
              </a:lnSpc>
              <a:buNone/>
              <a:tabLst>
                <a:tab algn="l" pos="0"/>
              </a:tabLst>
              <a:defRPr b="0" lang="en-US" sz="500" spc="-1" strike="noStrike">
                <a:solidFill>
                  <a:schemeClr val="dk2"/>
                </a:solidFill>
                <a:latin typeface="Times New Roman"/>
                <a:ea typeface="Times New Roman"/>
              </a:defRPr>
            </a:lvl1pPr>
          </a:lstStyle>
          <a:p>
            <a:pPr marL="69120" indent="0" algn="r">
              <a:lnSpc>
                <a:spcPct val="100000"/>
              </a:lnSpc>
              <a:buNone/>
              <a:tabLst>
                <a:tab algn="l" pos="0"/>
              </a:tabLst>
            </a:pPr>
            <a:fld id="{6CED5AEA-6B9F-47F1-B42C-B8AB94EF05BE}" type="slidenum">
              <a:rPr b="0" lang="en-US" sz="500" spc="-1" strike="noStrike">
                <a:solidFill>
                  <a:schemeClr val="dk2"/>
                </a:solidFill>
                <a:latin typeface="Times New Roman"/>
                <a:ea typeface="Times New Roman"/>
              </a:rPr>
              <a:t>&lt;number&gt;</a:t>
            </a:fld>
            <a:endParaRPr b="0" lang="en-US" sz="500" spc="-1" strike="noStrike">
              <a:solidFill>
                <a:srgbClr val="000000"/>
              </a:solidFill>
              <a:latin typeface="Times New Roman"/>
            </a:endParaRPr>
          </a:p>
        </p:txBody>
      </p:sp>
      <p:sp>
        <p:nvSpPr>
          <p:cNvPr id="376" name="Google Shape;570;p60"/>
          <p:cNvSpPr/>
          <p:nvPr/>
        </p:nvSpPr>
        <p:spPr>
          <a:xfrm>
            <a:off x="0" y="0"/>
            <a:ext cx="4609800" cy="34416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pic>
        <p:nvPicPr>
          <p:cNvPr id="377" name="Google Shape;571;p60" descr="di_tella2.png"/>
          <p:cNvPicPr/>
          <p:nvPr/>
        </p:nvPicPr>
        <p:blipFill>
          <a:blip r:embed="rId1"/>
          <a:stretch/>
        </p:blipFill>
        <p:spPr>
          <a:xfrm>
            <a:off x="4061520" y="1800"/>
            <a:ext cx="548280" cy="340200"/>
          </a:xfrm>
          <a:prstGeom prst="rect">
            <a:avLst/>
          </a:prstGeom>
          <a:ln w="0">
            <a:noFill/>
          </a:ln>
        </p:spPr>
      </p:pic>
      <p:sp>
        <p:nvSpPr>
          <p:cNvPr id="378" name="Google Shape;572;p60"/>
          <p:cNvSpPr/>
          <p:nvPr/>
        </p:nvSpPr>
        <p:spPr>
          <a:xfrm>
            <a:off x="0" y="111600"/>
            <a:ext cx="4001040" cy="273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200" spc="-1" strike="noStrike">
                <a:solidFill>
                  <a:srgbClr val="2d2d2d"/>
                </a:solidFill>
                <a:latin typeface="Calibri"/>
                <a:ea typeface="Calibri"/>
              </a:rPr>
              <a:t>Métodos Analíticos y Programación</a:t>
            </a:r>
            <a:endParaRPr b="0" lang="en-US" sz="1200" spc="-1" strike="noStrike">
              <a:solidFill>
                <a:srgbClr val="000000"/>
              </a:solidFill>
              <a:latin typeface="Arial"/>
            </a:endParaRPr>
          </a:p>
        </p:txBody>
      </p:sp>
      <p:sp>
        <p:nvSpPr>
          <p:cNvPr id="379" name="Google Shape;573;p60"/>
          <p:cNvSpPr/>
          <p:nvPr/>
        </p:nvSpPr>
        <p:spPr>
          <a:xfrm>
            <a:off x="0" y="358200"/>
            <a:ext cx="3428640" cy="34416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1" lang="en-US" sz="1400" spc="-1" strike="noStrike">
                <a:solidFill>
                  <a:schemeClr val="dk1"/>
                </a:solidFill>
                <a:latin typeface="Arial"/>
                <a:ea typeface="Arial"/>
              </a:rPr>
              <a:t>Pandas en la labor de un D. Engineer</a:t>
            </a:r>
            <a:endParaRPr b="0" lang="en-US" sz="1400" spc="-1" strike="noStrike">
              <a:solidFill>
                <a:srgbClr val="000000"/>
              </a:solidFill>
              <a:latin typeface="Arial"/>
            </a:endParaRPr>
          </a:p>
        </p:txBody>
      </p:sp>
      <p:sp>
        <p:nvSpPr>
          <p:cNvPr id="380" name="Google Shape;574;p60"/>
          <p:cNvSpPr/>
          <p:nvPr/>
        </p:nvSpPr>
        <p:spPr>
          <a:xfrm>
            <a:off x="-120960" y="716400"/>
            <a:ext cx="4671720" cy="2250720"/>
          </a:xfrm>
          <a:prstGeom prst="rect">
            <a:avLst/>
          </a:prstGeom>
          <a:noFill/>
          <a:ln w="0">
            <a:noFill/>
          </a:ln>
        </p:spPr>
        <p:style>
          <a:lnRef idx="0"/>
          <a:fillRef idx="0"/>
          <a:effectRef idx="0"/>
          <a:fontRef idx="minor"/>
        </p:style>
        <p:txBody>
          <a:bodyPr tIns="91440" bIns="91440" anchor="t">
            <a:noAutofit/>
          </a:bodyPr>
          <a:p>
            <a:pPr marL="457200" indent="-317520">
              <a:lnSpc>
                <a:spcPct val="100000"/>
              </a:lnSpc>
              <a:buClr>
                <a:srgbClr val="000000"/>
              </a:buClr>
              <a:buFont typeface="Noto Sans Symbols"/>
              <a:buChar char="●"/>
            </a:pPr>
            <a:r>
              <a:rPr b="0" lang="en-US" sz="1400" spc="-1" strike="noStrike">
                <a:solidFill>
                  <a:schemeClr val="dk1"/>
                </a:solidFill>
                <a:latin typeface="Arial"/>
                <a:ea typeface="Arial"/>
              </a:rPr>
              <a:t>Los dataframes son estructuras de datos con un considerable peso. Si se están manipulando volúmenes grandes (o el procesador de la VM donde corre el script es pequeño) puede resultar inconveniente.</a:t>
            </a:r>
            <a:endParaRPr b="0" lang="en-US" sz="1400" spc="-1" strike="noStrike">
              <a:solidFill>
                <a:srgbClr val="000000"/>
              </a:solidFill>
              <a:latin typeface="Arial"/>
            </a:endParaRPr>
          </a:p>
          <a:p>
            <a:pPr marL="457200" indent="-317520">
              <a:lnSpc>
                <a:spcPct val="100000"/>
              </a:lnSpc>
              <a:spcBef>
                <a:spcPts val="1060"/>
              </a:spcBef>
              <a:buClr>
                <a:srgbClr val="000000"/>
              </a:buClr>
              <a:buFont typeface="Noto Sans Symbols"/>
              <a:buChar char="●"/>
            </a:pPr>
            <a:r>
              <a:rPr b="0" lang="en-US" sz="1400" spc="-1" strike="noStrike">
                <a:solidFill>
                  <a:schemeClr val="dk1"/>
                </a:solidFill>
                <a:latin typeface="Arial"/>
                <a:ea typeface="Arial"/>
              </a:rPr>
              <a:t>Si el job es más bien mediano/pequeño y se lo combina con drivers de SGBD (psycopg2, oraclegx, etc); es adecuado usarlo para jobs de ETL/ELT.</a:t>
            </a:r>
            <a:endParaRPr b="0" lang="en-US" sz="1400" spc="-1" strike="noStrike">
              <a:solidFill>
                <a:srgbClr val="000000"/>
              </a:solidFill>
              <a:latin typeface="Arial"/>
            </a:endParaRPr>
          </a:p>
        </p:txBody>
      </p:sp>
    </p:spTree>
  </p:cSld>
  <p:transition>
    <p:fade thruBlk="true"/>
  </p:transition>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2026-03-15T17:16:22Z</dcterms:modified>
  <cp:revision>1</cp:revision>
  <dc:subject/>
  <dc:title/>
</cp:coreProperties>
</file>