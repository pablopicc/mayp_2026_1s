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12.xml.rels" ContentType="application/vnd.openxmlformats-package.relationships+xml"/>
  <Override PartName="/ppt/slideMasters/_rels/slideMaster6.xml.rels" ContentType="application/vnd.openxmlformats-package.relationships+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12.xml.rels" ContentType="application/vnd.openxmlformats-package.relationships+xml"/>
  <Override PartName="/ppt/slideLayouts/_rels/slideLayout4.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12.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s/_rels/slide9.xml.rels" ContentType="application/vnd.openxmlformats-package.relationships+xml"/>
  <Override PartName="/ppt/slides/_rels/slide11.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_rels/presentation.xml.rels" ContentType="application/vnd.openxmlformats-package.relationships+xml"/>
  <Override PartName="/ppt/media/image1.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Lst>
  <p:sldIdLst>
    <p:sldId id="256" r:id="rId14"/>
    <p:sldId id="257" r:id="rId15"/>
    <p:sldId id="258" r:id="rId16"/>
    <p:sldId id="259" r:id="rId17"/>
    <p:sldId id="260" r:id="rId18"/>
    <p:sldId id="261" r:id="rId19"/>
    <p:sldId id="262" r:id="rId20"/>
    <p:sldId id="263" r:id="rId21"/>
    <p:sldId id="264" r:id="rId22"/>
    <p:sldId id="265" r:id="rId23"/>
    <p:sldId id="266" r:id="rId24"/>
    <p:sldId id="267" r:id="rId25"/>
    <p:sldId id="268" r:id="rId26"/>
    <p:sldId id="269" r:id="rId27"/>
    <p:sldId id="270" r:id="rId28"/>
  </p:sldIdLst>
  <p:sldSz cx="9144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slide" Target="slides/slide15.xml"/><Relationship Id="rId29"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36319AE7-0330-469A-8A8F-D3D5E4B3E032}" type="slidenum">
              <a:t>&lt;#&gt;</a:t>
            </a:fld>
          </a:p>
        </p:txBody>
      </p:sp>
      <p:sp>
        <p:nvSpPr>
          <p:cNvPr id="4" name="PlaceHolder 3"/>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VERTICAL_TEXT">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1122EAD7-2895-445C-B808-391261AA9B2D}" type="slidenum">
              <a:t>&lt;#&gt;</a:t>
            </a:fld>
          </a:p>
        </p:txBody>
      </p:sp>
      <p:sp>
        <p:nvSpPr>
          <p:cNvPr id="4" name="PlaceHolder 3"/>
          <p:cNvSpPr>
            <a:spLocks noGrp="1"/>
          </p:cNvSpPr>
          <p:nvPr>
            <p:ph type="dt" idx="4"/>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_TITLE_AND_VERTICAL_TEXT">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92265AC7-EF47-4499-B5F1-D87390FB46F0}" type="slidenum">
              <a:t>&lt;#&gt;</a:t>
            </a:fld>
          </a:p>
        </p:txBody>
      </p:sp>
      <p:sp>
        <p:nvSpPr>
          <p:cNvPr id="4" name="PlaceHolder 3"/>
          <p:cNvSpPr>
            <a:spLocks noGrp="1"/>
          </p:cNvSpPr>
          <p:nvPr>
            <p:ph type="dt" idx="7"/>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10"/>
          </p:nvPr>
        </p:nvSpPr>
        <p:spPr/>
        <p:txBody>
          <a:bodyPr/>
          <a:p>
            <a:r>
              <a:t>Footer</a:t>
            </a:r>
          </a:p>
        </p:txBody>
      </p:sp>
      <p:sp>
        <p:nvSpPr>
          <p:cNvPr id="3" name="PlaceHolder 2"/>
          <p:cNvSpPr>
            <a:spLocks noGrp="1"/>
          </p:cNvSpPr>
          <p:nvPr>
            <p:ph type="sldNum" idx="12"/>
          </p:nvPr>
        </p:nvSpPr>
        <p:spPr/>
        <p:txBody>
          <a:bodyPr/>
          <a:p>
            <a:fld id="{551475EA-91C3-487E-B294-2F6E910A89DF}" type="slidenum">
              <a:t>&lt;#&gt;</a:t>
            </a:fld>
          </a:p>
        </p:txBody>
      </p:sp>
      <p:sp>
        <p:nvSpPr>
          <p:cNvPr id="4" name="PlaceHolder 3"/>
          <p:cNvSpPr>
            <a:spLocks noGrp="1"/>
          </p:cNvSpPr>
          <p:nvPr>
            <p:ph type="dt" idx="11"/>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spTree>
      <p:nvGrpSpPr>
        <p:cNvPr id="1" name=""/>
        <p:cNvGrpSpPr/>
        <p:nvPr/>
      </p:nvGrpSpPr>
      <p:grpSpPr>
        <a:xfrm>
          <a:off x="0" y="0"/>
          <a:ext cx="0" cy="0"/>
          <a:chOff x="0" y="0"/>
          <a:chExt cx="0" cy="0"/>
        </a:xfrm>
      </p:grpSpPr>
      <p:sp>
        <p:nvSpPr>
          <p:cNvPr id="2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28" name="PlaceHolder 2"/>
          <p:cNvSpPr>
            <a:spLocks noGrp="1"/>
          </p:cNvSpPr>
          <p:nvPr>
            <p:ph type="subTitle"/>
          </p:nvPr>
        </p:nvSpPr>
        <p:spPr>
          <a:xfrm>
            <a:off x="457200" y="1604520"/>
            <a:ext cx="822924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14"/>
          </p:nvPr>
        </p:nvSpPr>
        <p:spPr/>
        <p:txBody>
          <a:bodyPr/>
          <a:p>
            <a:r>
              <a:t>Footer</a:t>
            </a:r>
          </a:p>
        </p:txBody>
      </p:sp>
      <p:sp>
        <p:nvSpPr>
          <p:cNvPr id="5" name="PlaceHolder 4"/>
          <p:cNvSpPr>
            <a:spLocks noGrp="1"/>
          </p:cNvSpPr>
          <p:nvPr>
            <p:ph type="sldNum" idx="15"/>
          </p:nvPr>
        </p:nvSpPr>
        <p:spPr/>
        <p:txBody>
          <a:bodyPr/>
          <a:p>
            <a:fld id="{C69811C4-F0FD-4200-B401-4B2991AB5F94}" type="slidenum">
              <a:t>&lt;#&gt;</a:t>
            </a:fld>
          </a:p>
        </p:txBody>
      </p:sp>
      <p:sp>
        <p:nvSpPr>
          <p:cNvPr id="6" name="PlaceHolder 5"/>
          <p:cNvSpPr>
            <a:spLocks noGrp="1"/>
          </p:cNvSpPr>
          <p:nvPr>
            <p:ph type="dt" idx="13"/>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OBJECT">
    <p:spTree>
      <p:nvGrpSpPr>
        <p:cNvPr id="1" name=""/>
        <p:cNvGrpSpPr/>
        <p:nvPr/>
      </p:nvGrpSpPr>
      <p:grpSpPr>
        <a:xfrm>
          <a:off x="0" y="0"/>
          <a:ext cx="0" cy="0"/>
          <a:chOff x="0" y="0"/>
          <a:chExt cx="0" cy="0"/>
        </a:xfrm>
      </p:grpSpPr>
      <p:sp>
        <p:nvSpPr>
          <p:cNvPr id="3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5"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 name="PlaceHolder 3"/>
          <p:cNvSpPr>
            <a:spLocks noGrp="1"/>
          </p:cNvSpPr>
          <p:nvPr>
            <p:ph type="ftr" idx="17"/>
          </p:nvPr>
        </p:nvSpPr>
        <p:spPr/>
        <p:txBody>
          <a:bodyPr/>
          <a:p>
            <a:r>
              <a:t>Footer</a:t>
            </a:r>
          </a:p>
        </p:txBody>
      </p:sp>
      <p:sp>
        <p:nvSpPr>
          <p:cNvPr id="5" name="PlaceHolder 4"/>
          <p:cNvSpPr>
            <a:spLocks noGrp="1"/>
          </p:cNvSpPr>
          <p:nvPr>
            <p:ph type="sldNum" idx="18"/>
          </p:nvPr>
        </p:nvSpPr>
        <p:spPr/>
        <p:txBody>
          <a:bodyPr/>
          <a:p>
            <a:fld id="{64F4886F-92DC-4A0E-965C-7511EA63B3D3}" type="slidenum">
              <a:t>&lt;#&gt;</a:t>
            </a:fld>
          </a:p>
        </p:txBody>
      </p:sp>
      <p:sp>
        <p:nvSpPr>
          <p:cNvPr id="6" name="PlaceHolder 5"/>
          <p:cNvSpPr>
            <a:spLocks noGrp="1"/>
          </p:cNvSpPr>
          <p:nvPr>
            <p:ph type="dt" idx="16"/>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2468F6C0-752B-4B88-A48D-30C3B091EF97}" type="slidenum">
              <a:t>&lt;#&gt;</a:t>
            </a:fld>
          </a:p>
        </p:txBody>
      </p:sp>
      <p:sp>
        <p:nvSpPr>
          <p:cNvPr id="4" name="PlaceHolder 3"/>
          <p:cNvSpPr>
            <a:spLocks noGrp="1"/>
          </p:cNvSpPr>
          <p:nvPr>
            <p:ph type="dt" idx="19"/>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_OBJECTS">
    <p:spTree>
      <p:nvGrpSpPr>
        <p:cNvPr id="1" name=""/>
        <p:cNvGrpSpPr/>
        <p:nvPr/>
      </p:nvGrpSpPr>
      <p:grpSpPr>
        <a:xfrm>
          <a:off x="0" y="0"/>
          <a:ext cx="0" cy="0"/>
          <a:chOff x="0" y="0"/>
          <a:chExt cx="0" cy="0"/>
        </a:xfrm>
      </p:grpSpPr>
      <p:sp>
        <p:nvSpPr>
          <p:cNvPr id="4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48"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9"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ftr" idx="23"/>
          </p:nvPr>
        </p:nvSpPr>
        <p:spPr/>
        <p:txBody>
          <a:bodyPr/>
          <a:p>
            <a:r>
              <a:t>Footer</a:t>
            </a:r>
          </a:p>
        </p:txBody>
      </p:sp>
      <p:sp>
        <p:nvSpPr>
          <p:cNvPr id="6" name="PlaceHolder 5"/>
          <p:cNvSpPr>
            <a:spLocks noGrp="1"/>
          </p:cNvSpPr>
          <p:nvPr>
            <p:ph type="sldNum" idx="24"/>
          </p:nvPr>
        </p:nvSpPr>
        <p:spPr/>
        <p:txBody>
          <a:bodyPr/>
          <a:p>
            <a:fld id="{CE745DE5-D483-4B70-B2A8-622B661ED6F5}" type="slidenum">
              <a:t>&lt;#&gt;</a:t>
            </a:fld>
          </a:p>
        </p:txBody>
      </p:sp>
      <p:sp>
        <p:nvSpPr>
          <p:cNvPr id="7" name="PlaceHolder 6"/>
          <p:cNvSpPr>
            <a:spLocks noGrp="1"/>
          </p:cNvSpPr>
          <p:nvPr>
            <p:ph type="dt" idx="22"/>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WO_OBJECTS_WITH_TEXT">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p>
            <a:r>
              <a:t>Footer</a:t>
            </a:r>
          </a:p>
        </p:txBody>
      </p:sp>
      <p:sp>
        <p:nvSpPr>
          <p:cNvPr id="3" name="PlaceHolder 2"/>
          <p:cNvSpPr>
            <a:spLocks noGrp="1"/>
          </p:cNvSpPr>
          <p:nvPr>
            <p:ph type="sldNum" idx="27"/>
          </p:nvPr>
        </p:nvSpPr>
        <p:spPr/>
        <p:txBody>
          <a:bodyPr/>
          <a:p>
            <a:fld id="{E23469A3-CB1B-4B51-A857-86EAE9D83506}" type="slidenum">
              <a:t>&lt;#&gt;</a:t>
            </a:fld>
          </a:p>
        </p:txBody>
      </p:sp>
      <p:sp>
        <p:nvSpPr>
          <p:cNvPr id="4" name="PlaceHolder 3"/>
          <p:cNvSpPr>
            <a:spLocks noGrp="1"/>
          </p:cNvSpPr>
          <p:nvPr>
            <p:ph type="dt" idx="25"/>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spTree>
      <p:nvGrpSpPr>
        <p:cNvPr id="1" name=""/>
        <p:cNvGrpSpPr/>
        <p:nvPr/>
      </p:nvGrpSpPr>
      <p:grpSpPr>
        <a:xfrm>
          <a:off x="0" y="0"/>
          <a:ext cx="0" cy="0"/>
          <a:chOff x="0" y="0"/>
          <a:chExt cx="0" cy="0"/>
        </a:xfrm>
      </p:grpSpPr>
      <p:sp>
        <p:nvSpPr>
          <p:cNvPr id="6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 name="PlaceHolder 2"/>
          <p:cNvSpPr>
            <a:spLocks noGrp="1"/>
          </p:cNvSpPr>
          <p:nvPr>
            <p:ph type="ftr" idx="29"/>
          </p:nvPr>
        </p:nvSpPr>
        <p:spPr/>
        <p:txBody>
          <a:bodyPr/>
          <a:p>
            <a:r>
              <a:t>Footer</a:t>
            </a:r>
          </a:p>
        </p:txBody>
      </p:sp>
      <p:sp>
        <p:nvSpPr>
          <p:cNvPr id="4" name="PlaceHolder 3"/>
          <p:cNvSpPr>
            <a:spLocks noGrp="1"/>
          </p:cNvSpPr>
          <p:nvPr>
            <p:ph type="sldNum" idx="30"/>
          </p:nvPr>
        </p:nvSpPr>
        <p:spPr/>
        <p:txBody>
          <a:bodyPr/>
          <a:p>
            <a:fld id="{27B8A39C-8727-444D-8182-BA2F1AEEBEAE}" type="slidenum">
              <a:t>&lt;#&gt;</a:t>
            </a:fld>
          </a:p>
        </p:txBody>
      </p:sp>
      <p:sp>
        <p:nvSpPr>
          <p:cNvPr id="5" name="PlaceHolder 4"/>
          <p:cNvSpPr>
            <a:spLocks noGrp="1"/>
          </p:cNvSpPr>
          <p:nvPr>
            <p:ph type="dt" idx="28"/>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BJECT_WITH_CAPTION_TEXT">
    <p:spTree>
      <p:nvGrpSpPr>
        <p:cNvPr id="1" name=""/>
        <p:cNvGrpSpPr/>
        <p:nvPr/>
      </p:nvGrpSpPr>
      <p:grpSpPr>
        <a:xfrm>
          <a:off x="0" y="0"/>
          <a:ext cx="0" cy="0"/>
          <a:chOff x="0" y="0"/>
          <a:chExt cx="0" cy="0"/>
        </a:xfrm>
      </p:grpSpPr>
      <p:sp>
        <p:nvSpPr>
          <p:cNvPr id="2" name="PlaceHolder 1"/>
          <p:cNvSpPr>
            <a:spLocks noGrp="1"/>
          </p:cNvSpPr>
          <p:nvPr>
            <p:ph type="ftr" idx="32"/>
          </p:nvPr>
        </p:nvSpPr>
        <p:spPr/>
        <p:txBody>
          <a:bodyPr/>
          <a:p>
            <a:r>
              <a:t>Footer</a:t>
            </a:r>
          </a:p>
        </p:txBody>
      </p:sp>
      <p:sp>
        <p:nvSpPr>
          <p:cNvPr id="3" name="PlaceHolder 2"/>
          <p:cNvSpPr>
            <a:spLocks noGrp="1"/>
          </p:cNvSpPr>
          <p:nvPr>
            <p:ph type="sldNum" idx="33"/>
          </p:nvPr>
        </p:nvSpPr>
        <p:spPr/>
        <p:txBody>
          <a:bodyPr/>
          <a:p>
            <a:fld id="{B45C51CF-27F0-437F-B1E0-BBCC2631AD34}" type="slidenum">
              <a:t>&lt;#&gt;</a:t>
            </a:fld>
          </a:p>
        </p:txBody>
      </p:sp>
      <p:sp>
        <p:nvSpPr>
          <p:cNvPr id="4" name="PlaceHolder 3"/>
          <p:cNvSpPr>
            <a:spLocks noGrp="1"/>
          </p:cNvSpPr>
          <p:nvPr>
            <p:ph type="dt" idx="31"/>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_WITH_CAPTION_TEXT">
    <p:spTree>
      <p:nvGrpSpPr>
        <p:cNvPr id="1" name=""/>
        <p:cNvGrpSpPr/>
        <p:nvPr/>
      </p:nvGrpSpPr>
      <p:grpSpPr>
        <a:xfrm>
          <a:off x="0" y="0"/>
          <a:ext cx="0" cy="0"/>
          <a:chOff x="0" y="0"/>
          <a:chExt cx="0" cy="0"/>
        </a:xfrm>
      </p:grpSpPr>
      <p:sp>
        <p:nvSpPr>
          <p:cNvPr id="2" name="PlaceHolder 1"/>
          <p:cNvSpPr>
            <a:spLocks noGrp="1"/>
          </p:cNvSpPr>
          <p:nvPr>
            <p:ph type="ftr" idx="35"/>
          </p:nvPr>
        </p:nvSpPr>
        <p:spPr/>
        <p:txBody>
          <a:bodyPr/>
          <a:p>
            <a:r>
              <a:t>Footer</a:t>
            </a:r>
          </a:p>
        </p:txBody>
      </p:sp>
      <p:sp>
        <p:nvSpPr>
          <p:cNvPr id="3" name="PlaceHolder 2"/>
          <p:cNvSpPr>
            <a:spLocks noGrp="1"/>
          </p:cNvSpPr>
          <p:nvPr>
            <p:ph type="sldNum" idx="36"/>
          </p:nvPr>
        </p:nvSpPr>
        <p:spPr/>
        <p:txBody>
          <a:bodyPr/>
          <a:p>
            <a:fld id="{C54D0264-1D4F-48BD-89BC-2E0C25EFEA4F}" type="slidenum">
              <a:t>&lt;#&gt;</a:t>
            </a:fld>
          </a:p>
        </p:txBody>
      </p:sp>
      <p:sp>
        <p:nvSpPr>
          <p:cNvPr id="4" name="PlaceHolder 3"/>
          <p:cNvSpPr>
            <a:spLocks noGrp="1"/>
          </p:cNvSpPr>
          <p:nvPr>
            <p:ph type="dt" idx="34"/>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0" name="PlaceHolder 1"/>
          <p:cNvSpPr>
            <a:spLocks noGrp="1"/>
          </p:cNvSpPr>
          <p:nvPr>
            <p:ph type="dt" idx="1"/>
          </p:nvPr>
        </p:nvSpPr>
        <p:spPr>
          <a:xfrm>
            <a:off x="457200" y="6356520"/>
            <a:ext cx="213336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 </a:t>
            </a:r>
            <a:endParaRPr b="0" lang="en-US" sz="1400" spc="-1" strike="noStrike">
              <a:solidFill>
                <a:srgbClr val="000000"/>
              </a:solidFill>
              <a:latin typeface="Times New Roman"/>
            </a:endParaRPr>
          </a:p>
        </p:txBody>
      </p:sp>
      <p:sp>
        <p:nvSpPr>
          <p:cNvPr id="1" name="PlaceHolder 2"/>
          <p:cNvSpPr>
            <a:spLocks noGrp="1"/>
          </p:cNvSpPr>
          <p:nvPr>
            <p:ph type="ftr" idx="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 </a:t>
            </a:r>
            <a:endParaRPr b="0" lang="en-US" sz="1400" spc="-1" strike="noStrike">
              <a:solidFill>
                <a:srgbClr val="000000"/>
              </a:solidFill>
              <a:latin typeface="Times New Roman"/>
            </a:endParaRPr>
          </a:p>
        </p:txBody>
      </p:sp>
      <p:sp>
        <p:nvSpPr>
          <p:cNvPr id="2" name="PlaceHolder 3"/>
          <p:cNvSpPr>
            <a:spLocks noGrp="1"/>
          </p:cNvSpPr>
          <p:nvPr>
            <p:ph type="sldNum" idx="3"/>
          </p:nvPr>
        </p:nvSpPr>
        <p:spPr>
          <a:xfrm>
            <a:off x="6553080" y="6356520"/>
            <a:ext cx="213336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0CB7CCE1-0507-4733-B0EC-E5C4449F0850}" type="slidenum">
              <a:rPr b="0" lang="en-US" sz="1200" spc="-1" strike="noStrike">
                <a:solidFill>
                  <a:srgbClr val="888888"/>
                </a:solidFill>
                <a:latin typeface="Calibri"/>
                <a:ea typeface="Calibri"/>
              </a:rPr>
              <a:t>1</a:t>
            </a:fld>
            <a:endParaRPr b="0" lang="en-US" sz="1200" spc="-1" strike="noStrike">
              <a:solidFill>
                <a:srgbClr val="000000"/>
              </a:solidFill>
              <a:latin typeface="Times New Roman"/>
            </a:endParaRPr>
          </a:p>
        </p:txBody>
      </p:sp>
      <p:sp>
        <p:nvSpPr>
          <p:cNvPr id="3" name="PlaceHolder 4"/>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buNone/>
            </a:pPr>
            <a:r>
              <a:rPr b="0" lang="en-US" sz="1400" spc="-1" strike="noStrike">
                <a:solidFill>
                  <a:srgbClr val="000000"/>
                </a:solidFill>
                <a:latin typeface="Arial"/>
              </a:rPr>
              <a:t>Click to edit the title text format</a:t>
            </a:r>
            <a:endParaRPr b="0" lang="en-US" sz="1400" spc="-1" strike="noStrike">
              <a:solidFill>
                <a:srgbClr val="000000"/>
              </a:solidFill>
              <a:latin typeface="Arial"/>
            </a:endParaRPr>
          </a:p>
        </p:txBody>
      </p:sp>
      <p:sp>
        <p:nvSpPr>
          <p:cNvPr id="4"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rmAutofit/>
          </a:bodyPr>
          <a:p>
            <a:pPr indent="0">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6" name="PlaceHolder 2"/>
          <p:cNvSpPr>
            <a:spLocks noGrp="1"/>
          </p:cNvSpPr>
          <p:nvPr>
            <p:ph type="body"/>
          </p:nvPr>
        </p:nvSpPr>
        <p:spPr>
          <a:xfrm rot="5400000">
            <a:off x="2309400" y="-251640"/>
            <a:ext cx="4525560" cy="8229240"/>
          </a:xfrm>
          <a:prstGeom prst="rect">
            <a:avLst/>
          </a:prstGeom>
          <a:noFill/>
          <a:ln w="0">
            <a:noFill/>
          </a:ln>
        </p:spPr>
        <p:txBody>
          <a:bodyPr lIns="91440" rIns="91440" tIns="45720" bIns="45720" anchor="t">
            <a:normAutofit fontScale="74992" lnSpcReduction="20000"/>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3200" spc="-1" strike="noStrike">
                <a:solidFill>
                  <a:srgbClr val="000000"/>
                </a:solidFill>
                <a:latin typeface="Arial"/>
              </a:rPr>
              <a:t>Second Outline Level</a:t>
            </a:r>
            <a:endParaRPr b="0" lang="en-US" sz="32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3200" spc="-1" strike="noStrike">
                <a:solidFill>
                  <a:srgbClr val="000000"/>
                </a:solidFill>
                <a:latin typeface="Arial"/>
              </a:rPr>
              <a:t>Third Outline Level</a:t>
            </a:r>
            <a:endParaRPr b="0" lang="en-US" sz="32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3200" spc="-1" strike="noStrike">
                <a:solidFill>
                  <a:srgbClr val="000000"/>
                </a:solidFill>
                <a:latin typeface="Arial"/>
              </a:rPr>
              <a:t>Fourth Outline Level</a:t>
            </a:r>
            <a:endParaRPr b="0" lang="en-US" sz="32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3200" spc="-1" strike="noStrike">
                <a:solidFill>
                  <a:srgbClr val="000000"/>
                </a:solidFill>
                <a:latin typeface="Arial"/>
              </a:rPr>
              <a:t>Fifth Outline Level</a:t>
            </a:r>
            <a:endParaRPr b="0" lang="en-US" sz="32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3200" spc="-1" strike="noStrike">
                <a:solidFill>
                  <a:srgbClr val="000000"/>
                </a:solidFill>
                <a:latin typeface="Arial"/>
              </a:rPr>
              <a:t>Sixth Outline Level</a:t>
            </a:r>
            <a:endParaRPr b="0" lang="en-US" sz="32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3200" spc="-1" strike="noStrike">
                <a:solidFill>
                  <a:srgbClr val="000000"/>
                </a:solidFill>
                <a:latin typeface="Arial"/>
              </a:rPr>
              <a:t>Seventh Outline Level</a:t>
            </a:r>
            <a:endParaRPr b="0" lang="en-US" sz="3200" spc="-1" strike="noStrike">
              <a:solidFill>
                <a:srgbClr val="000000"/>
              </a:solidFill>
              <a:latin typeface="Arial"/>
            </a:endParaRPr>
          </a:p>
        </p:txBody>
      </p:sp>
      <p:sp>
        <p:nvSpPr>
          <p:cNvPr id="7" name="PlaceHolder 3"/>
          <p:cNvSpPr>
            <a:spLocks noGrp="1"/>
          </p:cNvSpPr>
          <p:nvPr>
            <p:ph type="dt" idx="4"/>
          </p:nvPr>
        </p:nvSpPr>
        <p:spPr>
          <a:xfrm>
            <a:off x="457200" y="6356520"/>
            <a:ext cx="213336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8" name="PlaceHolder 4"/>
          <p:cNvSpPr>
            <a:spLocks noGrp="1"/>
          </p:cNvSpPr>
          <p:nvPr>
            <p:ph type="ftr" idx="5"/>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9" name="PlaceHolder 5"/>
          <p:cNvSpPr>
            <a:spLocks noGrp="1"/>
          </p:cNvSpPr>
          <p:nvPr>
            <p:ph type="sldNum" idx="6"/>
          </p:nvPr>
        </p:nvSpPr>
        <p:spPr>
          <a:xfrm>
            <a:off x="6553080" y="6356520"/>
            <a:ext cx="213336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5B5819AC-3B52-4092-AAE5-02F765625B7B}"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0" name="PlaceHolder 1"/>
          <p:cNvSpPr>
            <a:spLocks noGrp="1"/>
          </p:cNvSpPr>
          <p:nvPr>
            <p:ph type="title"/>
          </p:nvPr>
        </p:nvSpPr>
        <p:spPr>
          <a:xfrm rot="5400000">
            <a:off x="4732560" y="2171520"/>
            <a:ext cx="5851080" cy="2057040"/>
          </a:xfrm>
          <a:prstGeom prst="rect">
            <a:avLst/>
          </a:prstGeom>
          <a:noFill/>
          <a:ln w="0">
            <a:noFill/>
          </a:ln>
        </p:spPr>
        <p:txBody>
          <a:bodyPr lIns="91440" rIns="91440" tIns="45720" bIns="45720" anchor="ctr">
            <a:normAutofit/>
          </a:bodyPr>
          <a:p>
            <a:pPr indent="0">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1" name="PlaceHolder 2"/>
          <p:cNvSpPr>
            <a:spLocks noGrp="1"/>
          </p:cNvSpPr>
          <p:nvPr>
            <p:ph type="body"/>
          </p:nvPr>
        </p:nvSpPr>
        <p:spPr>
          <a:xfrm rot="5400000">
            <a:off x="541800" y="190080"/>
            <a:ext cx="5851080" cy="6019560"/>
          </a:xfrm>
          <a:prstGeom prst="rect">
            <a:avLst/>
          </a:prstGeom>
          <a:noFill/>
          <a:ln w="0">
            <a:noFill/>
          </a:ln>
        </p:spPr>
        <p:txBody>
          <a:bodyPr lIns="91440" rIns="91440" tIns="45720" bIns="4572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3200" spc="-1" strike="noStrike">
                <a:solidFill>
                  <a:srgbClr val="000000"/>
                </a:solidFill>
                <a:latin typeface="Arial"/>
              </a:rPr>
              <a:t>Second Outline Level</a:t>
            </a:r>
            <a:endParaRPr b="0" lang="en-US" sz="32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3200" spc="-1" strike="noStrike">
                <a:solidFill>
                  <a:srgbClr val="000000"/>
                </a:solidFill>
                <a:latin typeface="Arial"/>
              </a:rPr>
              <a:t>Third Outline Level</a:t>
            </a:r>
            <a:endParaRPr b="0" lang="en-US" sz="32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3200" spc="-1" strike="noStrike">
                <a:solidFill>
                  <a:srgbClr val="000000"/>
                </a:solidFill>
                <a:latin typeface="Arial"/>
              </a:rPr>
              <a:t>Fourth Outline Level</a:t>
            </a:r>
            <a:endParaRPr b="0" lang="en-US" sz="32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3200" spc="-1" strike="noStrike">
                <a:solidFill>
                  <a:srgbClr val="000000"/>
                </a:solidFill>
                <a:latin typeface="Arial"/>
              </a:rPr>
              <a:t>Fifth Outline Level</a:t>
            </a:r>
            <a:endParaRPr b="0" lang="en-US" sz="32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3200" spc="-1" strike="noStrike">
                <a:solidFill>
                  <a:srgbClr val="000000"/>
                </a:solidFill>
                <a:latin typeface="Arial"/>
              </a:rPr>
              <a:t>Sixth Outline Level</a:t>
            </a:r>
            <a:endParaRPr b="0" lang="en-US" sz="32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3200" spc="-1" strike="noStrike">
                <a:solidFill>
                  <a:srgbClr val="000000"/>
                </a:solidFill>
                <a:latin typeface="Arial"/>
              </a:rPr>
              <a:t>Seventh Outline Level</a:t>
            </a:r>
            <a:endParaRPr b="0" lang="en-US" sz="3200" spc="-1" strike="noStrike">
              <a:solidFill>
                <a:srgbClr val="000000"/>
              </a:solidFill>
              <a:latin typeface="Arial"/>
            </a:endParaRPr>
          </a:p>
        </p:txBody>
      </p:sp>
      <p:sp>
        <p:nvSpPr>
          <p:cNvPr id="12" name="PlaceHolder 3"/>
          <p:cNvSpPr>
            <a:spLocks noGrp="1"/>
          </p:cNvSpPr>
          <p:nvPr>
            <p:ph type="dt" idx="7"/>
          </p:nvPr>
        </p:nvSpPr>
        <p:spPr>
          <a:xfrm>
            <a:off x="457200" y="6356520"/>
            <a:ext cx="213336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3" name="PlaceHolder 4"/>
          <p:cNvSpPr>
            <a:spLocks noGrp="1"/>
          </p:cNvSpPr>
          <p:nvPr>
            <p:ph type="ftr" idx="8"/>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4" name="PlaceHolder 5"/>
          <p:cNvSpPr>
            <a:spLocks noGrp="1"/>
          </p:cNvSpPr>
          <p:nvPr>
            <p:ph type="sldNum" idx="9"/>
          </p:nvPr>
        </p:nvSpPr>
        <p:spPr>
          <a:xfrm>
            <a:off x="6553080" y="6356520"/>
            <a:ext cx="213336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CE985795-D9A4-4AA0-8FD1-48DA4781E86C}"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5" name="Google Shape;85;p13"/>
          <p:cNvSpPr/>
          <p:nvPr/>
        </p:nvSpPr>
        <p:spPr>
          <a:xfrm>
            <a:off x="0" y="0"/>
            <a:ext cx="9135360" cy="6851880"/>
          </a:xfrm>
          <a:custGeom>
            <a:avLst/>
            <a:gdLst>
              <a:gd name="textAreaLeft" fmla="*/ 0 w 9135360"/>
              <a:gd name="textAreaRight" fmla="*/ 9135720 w 9135360"/>
              <a:gd name="textAreaTop" fmla="*/ 0 h 6851880"/>
              <a:gd name="textAreaBottom" fmla="*/ 6852240 h 6851880"/>
            </a:gdLst>
            <a:ahLst/>
            <a:rect l="textAreaLeft" t="textAreaTop" r="textAreaRight" b="textAreaBottom"/>
            <a:pathLst>
              <a:path w="4608195" h="3456304">
                <a:moveTo>
                  <a:pt x="4608004" y="0"/>
                </a:moveTo>
                <a:lnTo>
                  <a:pt x="0" y="0"/>
                </a:lnTo>
                <a:lnTo>
                  <a:pt x="0" y="3456000"/>
                </a:lnTo>
                <a:lnTo>
                  <a:pt x="4608004" y="3456000"/>
                </a:lnTo>
                <a:lnTo>
                  <a:pt x="4608004" y="0"/>
                </a:lnTo>
                <a:close/>
              </a:path>
            </a:pathLst>
          </a:custGeom>
          <a:solidFill>
            <a:srgbClr val="333333"/>
          </a:solidFill>
          <a:ln w="0">
            <a:noFill/>
          </a:ln>
        </p:spPr>
        <p:style>
          <a:lnRef idx="0"/>
          <a:fillRef idx="0"/>
          <a:effectRef idx="0"/>
          <a:fontRef idx="minor"/>
        </p:style>
        <p:txBody>
          <a:bodyPr lIns="0" rIns="0" tIns="0" bIns="0" anchor="t">
            <a:noAutofit/>
          </a:bodyPr>
          <a:p>
            <a:pPr>
              <a:lnSpc>
                <a:spcPct val="100000"/>
              </a:lnSpc>
              <a:tabLst>
                <a:tab algn="l" pos="0"/>
              </a:tabLst>
            </a:pPr>
            <a:endParaRPr b="0" lang="en-US" sz="1400" spc="-1" strike="noStrike">
              <a:solidFill>
                <a:srgbClr val="ffffff"/>
              </a:solidFill>
              <a:latin typeface="Arial"/>
            </a:endParaRPr>
          </a:p>
        </p:txBody>
      </p:sp>
      <p:sp>
        <p:nvSpPr>
          <p:cNvPr id="16" name="PlaceHolder 1"/>
          <p:cNvSpPr>
            <a:spLocks noGrp="1"/>
          </p:cNvSpPr>
          <p:nvPr>
            <p:ph type="ftr" idx="10"/>
          </p:nvPr>
        </p:nvSpPr>
        <p:spPr>
          <a:xfrm>
            <a:off x="3108960" y="6377760"/>
            <a:ext cx="2925720" cy="3977640"/>
          </a:xfrm>
          <a:prstGeom prst="rect">
            <a:avLst/>
          </a:prstGeom>
          <a:noFill/>
          <a:ln w="0">
            <a:noFill/>
          </a:ln>
        </p:spPr>
        <p:txBody>
          <a:bodyPr lIns="0" rIns="0" tIns="0" bIns="0" anchor="t">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7" name="PlaceHolder 2"/>
          <p:cNvSpPr>
            <a:spLocks noGrp="1"/>
          </p:cNvSpPr>
          <p:nvPr>
            <p:ph type="dt" idx="11"/>
          </p:nvPr>
        </p:nvSpPr>
        <p:spPr>
          <a:xfrm>
            <a:off x="457200" y="6377760"/>
            <a:ext cx="2102760" cy="397764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8" name="PlaceHolder 3"/>
          <p:cNvSpPr>
            <a:spLocks noGrp="1"/>
          </p:cNvSpPr>
          <p:nvPr>
            <p:ph type="sldNum" idx="12"/>
          </p:nvPr>
        </p:nvSpPr>
        <p:spPr>
          <a:xfrm>
            <a:off x="8724600" y="6622560"/>
            <a:ext cx="302040" cy="3977640"/>
          </a:xfrm>
          <a:prstGeom prst="rect">
            <a:avLst/>
          </a:prstGeom>
          <a:noFill/>
          <a:ln w="0">
            <a:noFill/>
          </a:ln>
        </p:spPr>
        <p:txBody>
          <a:bodyPr lIns="0" rIns="0" tIns="0" bIns="0" anchor="t">
            <a:noAutofit/>
          </a:bodyPr>
          <a:lstStyle>
            <a:lvl1pPr marL="139680" indent="0" algn="r">
              <a:lnSpc>
                <a:spcPct val="100000"/>
              </a:lnSpc>
              <a:buNone/>
              <a:tabLst>
                <a:tab algn="l" pos="0"/>
              </a:tabLst>
              <a:defRPr b="0" lang="en-US" sz="1000" spc="-1" strike="noStrike">
                <a:solidFill>
                  <a:srgbClr val="333333"/>
                </a:solidFill>
                <a:latin typeface="Times New Roman"/>
                <a:ea typeface="Times New Roman"/>
              </a:defRPr>
            </a:lvl1pPr>
          </a:lstStyle>
          <a:p>
            <a:pPr marL="139680" indent="0" algn="r">
              <a:lnSpc>
                <a:spcPct val="100000"/>
              </a:lnSpc>
              <a:buNone/>
              <a:tabLst>
                <a:tab algn="l" pos="0"/>
              </a:tabLst>
            </a:pPr>
            <a:fld id="{9BFCFE2C-CD4C-4648-8BFC-BABF2588D2C9}" type="slidenum">
              <a:rPr b="0" lang="en-US" sz="1000" spc="-1" strike="noStrike">
                <a:solidFill>
                  <a:srgbClr val="333333"/>
                </a:solidFill>
                <a:latin typeface="Times New Roman"/>
                <a:ea typeface="Times New Roman"/>
              </a:rPr>
              <a:t>&lt;number&gt;</a:t>
            </a:fld>
            <a:endParaRPr b="0" lang="en-US" sz="1000" spc="-1" strike="noStrike">
              <a:solidFill>
                <a:srgbClr val="000000"/>
              </a:solidFill>
              <a:latin typeface="Times New Roman"/>
            </a:endParaRPr>
          </a:p>
        </p:txBody>
      </p:sp>
      <p:sp>
        <p:nvSpPr>
          <p:cNvPr id="19" name="Google Shape;89;p13"/>
          <p:cNvSpPr/>
          <p:nvPr/>
        </p:nvSpPr>
        <p:spPr>
          <a:xfrm flipH="1" rot="10800000">
            <a:off x="-16200" y="6294600"/>
            <a:ext cx="9176400" cy="327960"/>
          </a:xfrm>
          <a:prstGeom prst="rect">
            <a:avLst/>
          </a:prstGeom>
          <a:solidFill>
            <a:srgbClr val="2d2d2d"/>
          </a:solidFill>
          <a:ln w="0">
            <a:noFill/>
          </a:ln>
          <a:effectLst>
            <a:outerShdw blurRad="79200" dir="5400000" dist="45720" rotWithShape="0">
              <a:srgbClr val="000000">
                <a:alpha val="35000"/>
              </a:srgbClr>
            </a:outerShdw>
          </a:effectLst>
        </p:spPr>
        <p:style>
          <a:lnRef idx="0"/>
          <a:fillRef idx="0"/>
          <a:effectRef idx="0"/>
          <a:fontRef idx="minor"/>
        </p:style>
        <p:txBody>
          <a:bodyPr lIns="181440" rIns="181440" tIns="90720" bIns="90720" anchor="ctr">
            <a:noAutofit/>
          </a:bodyPr>
          <a:p>
            <a:pPr algn="ctr">
              <a:lnSpc>
                <a:spcPct val="100000"/>
              </a:lnSpc>
              <a:tabLst>
                <a:tab algn="l" pos="0"/>
              </a:tabLst>
            </a:pPr>
            <a:endParaRPr b="0" lang="en-US" sz="1400" spc="-1" strike="noStrike">
              <a:solidFill>
                <a:srgbClr val="ffffff"/>
              </a:solidFill>
              <a:latin typeface="Arial"/>
            </a:endParaRPr>
          </a:p>
        </p:txBody>
      </p:sp>
      <p:sp>
        <p:nvSpPr>
          <p:cNvPr id="20" name="Google Shape;90;p13"/>
          <p:cNvSpPr/>
          <p:nvPr/>
        </p:nvSpPr>
        <p:spPr>
          <a:xfrm>
            <a:off x="151200" y="6342840"/>
            <a:ext cx="1588320" cy="218880"/>
          </a:xfrm>
          <a:prstGeom prst="rect">
            <a:avLst/>
          </a:prstGeom>
          <a:noFill/>
          <a:ln w="0">
            <a:noFill/>
          </a:ln>
        </p:spPr>
        <p:style>
          <a:lnRef idx="0"/>
          <a:fillRef idx="0"/>
          <a:effectRef idx="0"/>
          <a:fontRef idx="minor"/>
        </p:style>
        <p:txBody>
          <a:bodyPr lIns="0" rIns="0" tIns="36360" bIns="0" anchor="t">
            <a:spAutoFit/>
          </a:bodyPr>
          <a:p>
            <a:pPr>
              <a:lnSpc>
                <a:spcPct val="100000"/>
              </a:lnSpc>
              <a:tabLst>
                <a:tab algn="l" pos="0"/>
              </a:tabLst>
            </a:pPr>
            <a:r>
              <a:rPr b="0" lang="en-US" sz="1200" spc="-1" strike="noStrike">
                <a:solidFill>
                  <a:schemeClr val="lt1"/>
                </a:solidFill>
                <a:latin typeface="Calibri"/>
                <a:ea typeface="Calibri"/>
              </a:rPr>
              <a:t>Pablo J Piccoli Bornia</a:t>
            </a:r>
            <a:endParaRPr b="0" lang="en-US" sz="1200" spc="-1" strike="noStrike">
              <a:solidFill>
                <a:srgbClr val="000000"/>
              </a:solidFill>
              <a:latin typeface="Arial"/>
            </a:endParaRPr>
          </a:p>
        </p:txBody>
      </p:sp>
      <p:sp>
        <p:nvSpPr>
          <p:cNvPr id="21" name="PlaceHolder 4"/>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buNone/>
            </a:pPr>
            <a:r>
              <a:rPr b="0" lang="en-US" sz="1400" spc="-1" strike="noStrike">
                <a:solidFill>
                  <a:srgbClr val="000000"/>
                </a:solidFill>
                <a:latin typeface="Arial"/>
              </a:rPr>
              <a:t>Click to edit the title text </a:t>
            </a:r>
            <a:r>
              <a:rPr b="0" lang="en-US" sz="1400" spc="-1" strike="noStrike">
                <a:solidFill>
                  <a:srgbClr val="000000"/>
                </a:solidFill>
                <a:latin typeface="Arial"/>
              </a:rPr>
              <a:t>format</a:t>
            </a:r>
            <a:endParaRPr b="0" lang="en-US" sz="1400" spc="-1" strike="noStrike">
              <a:solidFill>
                <a:srgbClr val="000000"/>
              </a:solidFill>
              <a:latin typeface="Arial"/>
            </a:endParaRPr>
          </a:p>
        </p:txBody>
      </p:sp>
      <p:sp>
        <p:nvSpPr>
          <p:cNvPr id="22"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685800" y="2130480"/>
            <a:ext cx="7772040" cy="1469520"/>
          </a:xfrm>
          <a:prstGeom prst="rect">
            <a:avLst/>
          </a:prstGeom>
          <a:noFill/>
          <a:ln w="0">
            <a:noFill/>
          </a:ln>
        </p:spPr>
        <p:txBody>
          <a:bodyPr lIns="91440" rIns="91440" tIns="45720" bIns="45720" anchor="ctr">
            <a:normAutofit/>
          </a:bodyPr>
          <a:p>
            <a:pPr indent="0">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24" name="PlaceHolder 2"/>
          <p:cNvSpPr>
            <a:spLocks noGrp="1"/>
          </p:cNvSpPr>
          <p:nvPr>
            <p:ph type="dt" idx="13"/>
          </p:nvPr>
        </p:nvSpPr>
        <p:spPr>
          <a:xfrm>
            <a:off x="457200" y="6356520"/>
            <a:ext cx="213336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25" name="PlaceHolder 3"/>
          <p:cNvSpPr>
            <a:spLocks noGrp="1"/>
          </p:cNvSpPr>
          <p:nvPr>
            <p:ph type="ftr" idx="14"/>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6" name="PlaceHolder 4"/>
          <p:cNvSpPr>
            <a:spLocks noGrp="1"/>
          </p:cNvSpPr>
          <p:nvPr>
            <p:ph type="sldNum" idx="15"/>
          </p:nvPr>
        </p:nvSpPr>
        <p:spPr>
          <a:xfrm>
            <a:off x="6553080" y="6356520"/>
            <a:ext cx="213336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2D914224-FBFC-4FBD-BDE8-90EB93F026F1}"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9"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rmAutofit/>
          </a:bodyPr>
          <a:p>
            <a:pPr indent="0">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30"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3200" spc="-1" strike="noStrike">
                <a:solidFill>
                  <a:srgbClr val="000000"/>
                </a:solidFill>
                <a:latin typeface="Arial"/>
              </a:rPr>
              <a:t>Second Outline Level</a:t>
            </a:r>
            <a:endParaRPr b="0" lang="en-US" sz="32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3200" spc="-1" strike="noStrike">
                <a:solidFill>
                  <a:srgbClr val="000000"/>
                </a:solidFill>
                <a:latin typeface="Arial"/>
              </a:rPr>
              <a:t>Third Outline Level</a:t>
            </a:r>
            <a:endParaRPr b="0" lang="en-US" sz="32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3200" spc="-1" strike="noStrike">
                <a:solidFill>
                  <a:srgbClr val="000000"/>
                </a:solidFill>
                <a:latin typeface="Arial"/>
              </a:rPr>
              <a:t>Fourth Outline Level</a:t>
            </a:r>
            <a:endParaRPr b="0" lang="en-US" sz="32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3200" spc="-1" strike="noStrike">
                <a:solidFill>
                  <a:srgbClr val="000000"/>
                </a:solidFill>
                <a:latin typeface="Arial"/>
              </a:rPr>
              <a:t>Fifth Outline Level</a:t>
            </a:r>
            <a:endParaRPr b="0" lang="en-US" sz="32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3200" spc="-1" strike="noStrike">
                <a:solidFill>
                  <a:srgbClr val="000000"/>
                </a:solidFill>
                <a:latin typeface="Arial"/>
              </a:rPr>
              <a:t>Sixth Outline Level</a:t>
            </a:r>
            <a:endParaRPr b="0" lang="en-US" sz="32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3200" spc="-1" strike="noStrike">
                <a:solidFill>
                  <a:srgbClr val="000000"/>
                </a:solidFill>
                <a:latin typeface="Arial"/>
              </a:rPr>
              <a:t>Seventh Outline Level</a:t>
            </a:r>
            <a:endParaRPr b="0" lang="en-US" sz="3200" spc="-1" strike="noStrike">
              <a:solidFill>
                <a:srgbClr val="000000"/>
              </a:solidFill>
              <a:latin typeface="Arial"/>
            </a:endParaRPr>
          </a:p>
        </p:txBody>
      </p:sp>
      <p:sp>
        <p:nvSpPr>
          <p:cNvPr id="31" name="PlaceHolder 3"/>
          <p:cNvSpPr>
            <a:spLocks noGrp="1"/>
          </p:cNvSpPr>
          <p:nvPr>
            <p:ph type="dt" idx="16"/>
          </p:nvPr>
        </p:nvSpPr>
        <p:spPr>
          <a:xfrm>
            <a:off x="457200" y="6356520"/>
            <a:ext cx="213336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32" name="PlaceHolder 4"/>
          <p:cNvSpPr>
            <a:spLocks noGrp="1"/>
          </p:cNvSpPr>
          <p:nvPr>
            <p:ph type="ftr" idx="17"/>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3" name="PlaceHolder 5"/>
          <p:cNvSpPr>
            <a:spLocks noGrp="1"/>
          </p:cNvSpPr>
          <p:nvPr>
            <p:ph type="sldNum" idx="18"/>
          </p:nvPr>
        </p:nvSpPr>
        <p:spPr>
          <a:xfrm>
            <a:off x="6553080" y="6356520"/>
            <a:ext cx="213336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C7F58E17-BD0A-4277-94E5-89F96DCCA6A5}"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6" name="PlaceHolder 1"/>
          <p:cNvSpPr>
            <a:spLocks noGrp="1"/>
          </p:cNvSpPr>
          <p:nvPr>
            <p:ph type="title"/>
          </p:nvPr>
        </p:nvSpPr>
        <p:spPr>
          <a:xfrm>
            <a:off x="722160" y="4406760"/>
            <a:ext cx="7772040" cy="1361880"/>
          </a:xfrm>
          <a:prstGeom prst="rect">
            <a:avLst/>
          </a:prstGeom>
          <a:noFill/>
          <a:ln w="0">
            <a:noFill/>
          </a:ln>
        </p:spPr>
        <p:txBody>
          <a:bodyPr lIns="91440" rIns="91440" tIns="45720" bIns="45720" anchor="t">
            <a:normAutofit/>
          </a:bodyPr>
          <a:p>
            <a:pPr indent="0">
              <a:buNone/>
            </a:pPr>
            <a:r>
              <a:rPr b="0" lang="en-US" sz="4000" spc="-1" strike="noStrike">
                <a:solidFill>
                  <a:srgbClr val="000000"/>
                </a:solidFill>
                <a:latin typeface="Arial"/>
              </a:rPr>
              <a:t>Click to edit the title text format</a:t>
            </a:r>
            <a:endParaRPr b="0" lang="en-US" sz="4000" spc="-1" strike="noStrike">
              <a:solidFill>
                <a:srgbClr val="000000"/>
              </a:solidFill>
              <a:latin typeface="Arial"/>
            </a:endParaRPr>
          </a:p>
        </p:txBody>
      </p:sp>
      <p:sp>
        <p:nvSpPr>
          <p:cNvPr id="37" name="PlaceHolder 2"/>
          <p:cNvSpPr>
            <a:spLocks noGrp="1"/>
          </p:cNvSpPr>
          <p:nvPr>
            <p:ph type="body"/>
          </p:nvPr>
        </p:nvSpPr>
        <p:spPr>
          <a:xfrm>
            <a:off x="722160" y="2906640"/>
            <a:ext cx="7772040" cy="1499760"/>
          </a:xfrm>
          <a:prstGeom prst="rect">
            <a:avLst/>
          </a:prstGeom>
          <a:noFill/>
          <a:ln w="0">
            <a:noFill/>
          </a:ln>
        </p:spPr>
        <p:txBody>
          <a:bodyPr lIns="91440" rIns="91440" tIns="45720" bIns="45720" anchor="b">
            <a:normAutofit fontScale="43472"/>
          </a:bodyPr>
          <a:p>
            <a:pPr marL="432000" indent="-324000">
              <a:spcBef>
                <a:spcPts val="1417"/>
              </a:spcBef>
              <a:buClr>
                <a:srgbClr val="000000"/>
              </a:buClr>
              <a:buSzPct val="45000"/>
              <a:buFont typeface="Wingdings" charset="2"/>
              <a:buChar char=""/>
            </a:pPr>
            <a:r>
              <a:rPr b="0" lang="en-US" sz="2000" spc="-1" strike="noStrike">
                <a:solidFill>
                  <a:srgbClr val="000000"/>
                </a:solidFill>
                <a:latin typeface="Arial"/>
              </a:rPr>
              <a:t>Click to edit the outline text format</a:t>
            </a:r>
            <a:endParaRPr b="0" lang="en-US" sz="20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000" spc="-1" strike="noStrike">
                <a:solidFill>
                  <a:srgbClr val="000000"/>
                </a:solidFill>
                <a:latin typeface="Arial"/>
              </a:rPr>
              <a:t>Second Outline Level</a:t>
            </a:r>
            <a:endParaRPr b="0" lang="en-US" sz="20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000" spc="-1" strike="noStrike">
                <a:solidFill>
                  <a:srgbClr val="000000"/>
                </a:solidFill>
                <a:latin typeface="Arial"/>
              </a:rPr>
              <a:t>Third Outline Level</a:t>
            </a:r>
            <a:endParaRPr b="0" lang="en-US" sz="20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
        <p:nvSpPr>
          <p:cNvPr id="38" name="PlaceHolder 3"/>
          <p:cNvSpPr>
            <a:spLocks noGrp="1"/>
          </p:cNvSpPr>
          <p:nvPr>
            <p:ph type="dt" idx="19"/>
          </p:nvPr>
        </p:nvSpPr>
        <p:spPr>
          <a:xfrm>
            <a:off x="457200" y="6356520"/>
            <a:ext cx="213336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39" name="PlaceHolder 4"/>
          <p:cNvSpPr>
            <a:spLocks noGrp="1"/>
          </p:cNvSpPr>
          <p:nvPr>
            <p:ph type="ftr" idx="20"/>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0" name="PlaceHolder 5"/>
          <p:cNvSpPr>
            <a:spLocks noGrp="1"/>
          </p:cNvSpPr>
          <p:nvPr>
            <p:ph type="sldNum" idx="21"/>
          </p:nvPr>
        </p:nvSpPr>
        <p:spPr>
          <a:xfrm>
            <a:off x="6553080" y="6356520"/>
            <a:ext cx="213336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B2F2CBFE-9C26-441D-AC02-95C2B8CA7769}"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rmAutofit/>
          </a:bodyPr>
          <a:p>
            <a:pPr indent="0">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42" name="PlaceHolder 2"/>
          <p:cNvSpPr>
            <a:spLocks noGrp="1"/>
          </p:cNvSpPr>
          <p:nvPr>
            <p:ph type="body"/>
          </p:nvPr>
        </p:nvSpPr>
        <p:spPr>
          <a:xfrm>
            <a:off x="457200" y="1600200"/>
            <a:ext cx="4038120" cy="4525560"/>
          </a:xfrm>
          <a:prstGeom prst="rect">
            <a:avLst/>
          </a:prstGeom>
          <a:noFill/>
          <a:ln w="0">
            <a:noFill/>
          </a:ln>
        </p:spPr>
        <p:txBody>
          <a:bodyPr lIns="91440" rIns="91440" tIns="45720" bIns="45720" anchor="t">
            <a:normAutofit fontScale="74983" lnSpcReduction="20000"/>
          </a:bodyPr>
          <a:p>
            <a:pPr marL="432000" indent="-324000">
              <a:spcBef>
                <a:spcPts val="1417"/>
              </a:spcBef>
              <a:buClr>
                <a:srgbClr val="000000"/>
              </a:buClr>
              <a:buSzPct val="45000"/>
              <a:buFont typeface="Wingdings" charset="2"/>
              <a:buChar char=""/>
            </a:pPr>
            <a:r>
              <a:rPr b="0" lang="en-US" sz="2800" spc="-1" strike="noStrike">
                <a:solidFill>
                  <a:srgbClr val="000000"/>
                </a:solidFill>
                <a:latin typeface="Arial"/>
              </a:rPr>
              <a:t>Click to edit the outline text format</a:t>
            </a:r>
            <a:endParaRPr b="0" lang="en-US" sz="2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800" spc="-1" strike="noStrike">
                <a:solidFill>
                  <a:srgbClr val="000000"/>
                </a:solidFill>
                <a:latin typeface="Arial"/>
              </a:rPr>
              <a:t>Third Outline Level</a:t>
            </a:r>
            <a:endParaRPr b="0" lang="en-US" sz="2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800" spc="-1" strike="noStrike">
                <a:solidFill>
                  <a:srgbClr val="000000"/>
                </a:solidFill>
                <a:latin typeface="Arial"/>
              </a:rPr>
              <a:t>Fourth Outline Level</a:t>
            </a:r>
            <a:endParaRPr b="0" lang="en-US" sz="2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800" spc="-1" strike="noStrike">
                <a:solidFill>
                  <a:srgbClr val="000000"/>
                </a:solidFill>
                <a:latin typeface="Arial"/>
              </a:rPr>
              <a:t>Fifth Outline Level</a:t>
            </a:r>
            <a:endParaRPr b="0" lang="en-US" sz="2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800" spc="-1" strike="noStrike">
                <a:solidFill>
                  <a:srgbClr val="000000"/>
                </a:solidFill>
                <a:latin typeface="Arial"/>
              </a:rPr>
              <a:t>Sixth Outline Level</a:t>
            </a:r>
            <a:endParaRPr b="0" lang="en-US" sz="2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800" spc="-1" strike="noStrike">
                <a:solidFill>
                  <a:srgbClr val="000000"/>
                </a:solidFill>
                <a:latin typeface="Arial"/>
              </a:rPr>
              <a:t>Seventh Outline Level</a:t>
            </a:r>
            <a:endParaRPr b="0" lang="en-US" sz="2800" spc="-1" strike="noStrike">
              <a:solidFill>
                <a:srgbClr val="000000"/>
              </a:solidFill>
              <a:latin typeface="Arial"/>
            </a:endParaRPr>
          </a:p>
        </p:txBody>
      </p:sp>
      <p:sp>
        <p:nvSpPr>
          <p:cNvPr id="43" name="PlaceHolder 3"/>
          <p:cNvSpPr>
            <a:spLocks noGrp="1"/>
          </p:cNvSpPr>
          <p:nvPr>
            <p:ph type="body"/>
          </p:nvPr>
        </p:nvSpPr>
        <p:spPr>
          <a:xfrm>
            <a:off x="4648320" y="1600200"/>
            <a:ext cx="4038120" cy="4525560"/>
          </a:xfrm>
          <a:prstGeom prst="rect">
            <a:avLst/>
          </a:prstGeom>
          <a:noFill/>
          <a:ln w="0">
            <a:noFill/>
          </a:ln>
        </p:spPr>
        <p:txBody>
          <a:bodyPr lIns="91440" rIns="91440" tIns="45720" bIns="45720" anchor="t">
            <a:normAutofit fontScale="74983" lnSpcReduction="20000"/>
          </a:bodyPr>
          <a:p>
            <a:pPr marL="432000" indent="-324000">
              <a:spcBef>
                <a:spcPts val="1417"/>
              </a:spcBef>
              <a:buClr>
                <a:srgbClr val="000000"/>
              </a:buClr>
              <a:buSzPct val="45000"/>
              <a:buFont typeface="Wingdings" charset="2"/>
              <a:buChar char=""/>
            </a:pPr>
            <a:r>
              <a:rPr b="0" lang="en-US" sz="2800" spc="-1" strike="noStrike">
                <a:solidFill>
                  <a:srgbClr val="000000"/>
                </a:solidFill>
                <a:latin typeface="Arial"/>
              </a:rPr>
              <a:t>Click to edit the outline text format</a:t>
            </a:r>
            <a:endParaRPr b="0" lang="en-US" sz="2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800" spc="-1" strike="noStrike">
                <a:solidFill>
                  <a:srgbClr val="000000"/>
                </a:solidFill>
                <a:latin typeface="Arial"/>
              </a:rPr>
              <a:t>Third Outline Level</a:t>
            </a:r>
            <a:endParaRPr b="0" lang="en-US" sz="2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800" spc="-1" strike="noStrike">
                <a:solidFill>
                  <a:srgbClr val="000000"/>
                </a:solidFill>
                <a:latin typeface="Arial"/>
              </a:rPr>
              <a:t>Fourth Outline Level</a:t>
            </a:r>
            <a:endParaRPr b="0" lang="en-US" sz="2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800" spc="-1" strike="noStrike">
                <a:solidFill>
                  <a:srgbClr val="000000"/>
                </a:solidFill>
                <a:latin typeface="Arial"/>
              </a:rPr>
              <a:t>Fifth Outline Level</a:t>
            </a:r>
            <a:endParaRPr b="0" lang="en-US" sz="2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800" spc="-1" strike="noStrike">
                <a:solidFill>
                  <a:srgbClr val="000000"/>
                </a:solidFill>
                <a:latin typeface="Arial"/>
              </a:rPr>
              <a:t>Sixth Outline Level</a:t>
            </a:r>
            <a:endParaRPr b="0" lang="en-US" sz="2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800" spc="-1" strike="noStrike">
                <a:solidFill>
                  <a:srgbClr val="000000"/>
                </a:solidFill>
                <a:latin typeface="Arial"/>
              </a:rPr>
              <a:t>Seventh Outline Level</a:t>
            </a:r>
            <a:endParaRPr b="0" lang="en-US" sz="2800" spc="-1" strike="noStrike">
              <a:solidFill>
                <a:srgbClr val="000000"/>
              </a:solidFill>
              <a:latin typeface="Arial"/>
            </a:endParaRPr>
          </a:p>
        </p:txBody>
      </p:sp>
      <p:sp>
        <p:nvSpPr>
          <p:cNvPr id="44" name="PlaceHolder 4"/>
          <p:cNvSpPr>
            <a:spLocks noGrp="1"/>
          </p:cNvSpPr>
          <p:nvPr>
            <p:ph type="dt" idx="22"/>
          </p:nvPr>
        </p:nvSpPr>
        <p:spPr>
          <a:xfrm>
            <a:off x="457200" y="6356520"/>
            <a:ext cx="213336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45" name="PlaceHolder 5"/>
          <p:cNvSpPr>
            <a:spLocks noGrp="1"/>
          </p:cNvSpPr>
          <p:nvPr>
            <p:ph type="ftr" idx="23"/>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6" name="PlaceHolder 6"/>
          <p:cNvSpPr>
            <a:spLocks noGrp="1"/>
          </p:cNvSpPr>
          <p:nvPr>
            <p:ph type="sldNum" idx="24"/>
          </p:nvPr>
        </p:nvSpPr>
        <p:spPr>
          <a:xfrm>
            <a:off x="6553080" y="6356520"/>
            <a:ext cx="213336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B6881B19-CB26-46A2-B9D2-3AAC4F3EAC5A}"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rmAutofit/>
          </a:bodyPr>
          <a:p>
            <a:pPr indent="0">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51" name="PlaceHolder 2"/>
          <p:cNvSpPr>
            <a:spLocks noGrp="1"/>
          </p:cNvSpPr>
          <p:nvPr>
            <p:ph type="body"/>
          </p:nvPr>
        </p:nvSpPr>
        <p:spPr>
          <a:xfrm>
            <a:off x="457200" y="1535040"/>
            <a:ext cx="4039920" cy="639360"/>
          </a:xfrm>
          <a:prstGeom prst="rect">
            <a:avLst/>
          </a:prstGeom>
          <a:noFill/>
          <a:ln w="0">
            <a:noFill/>
          </a:ln>
        </p:spPr>
        <p:txBody>
          <a:bodyPr lIns="91440" rIns="91440" tIns="45720" bIns="45720" anchor="b">
            <a:normAutofit fontScale="6247"/>
          </a:bodyPr>
          <a:p>
            <a:pPr marL="432000" indent="-324000">
              <a:spcBef>
                <a:spcPts val="1417"/>
              </a:spcBef>
              <a:buClr>
                <a:srgbClr val="000000"/>
              </a:buClr>
              <a:buSzPct val="45000"/>
              <a:buFont typeface="Wingdings" charset="2"/>
              <a:buChar char=""/>
            </a:pPr>
            <a:r>
              <a:rPr b="0" lang="en-US" sz="2400" spc="-1" strike="noStrike">
                <a:solidFill>
                  <a:srgbClr val="000000"/>
                </a:solidFill>
                <a:latin typeface="Arial"/>
              </a:rPr>
              <a:t>Click to edit the outline text format</a:t>
            </a:r>
            <a:endParaRPr b="0" lang="en-US" sz="2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400" spc="-1" strike="noStrike">
                <a:solidFill>
                  <a:srgbClr val="000000"/>
                </a:solidFill>
                <a:latin typeface="Arial"/>
              </a:rPr>
              <a:t>Second Outline Level</a:t>
            </a:r>
            <a:endParaRPr b="0" lang="en-US" sz="2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400" spc="-1" strike="noStrike">
                <a:solidFill>
                  <a:srgbClr val="000000"/>
                </a:solidFill>
                <a:latin typeface="Arial"/>
              </a:rPr>
              <a:t>Fourth Outline Level</a:t>
            </a:r>
            <a:endParaRPr b="0" lang="en-US" sz="2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400" spc="-1" strike="noStrike">
                <a:solidFill>
                  <a:srgbClr val="000000"/>
                </a:solidFill>
                <a:latin typeface="Arial"/>
              </a:rPr>
              <a:t>Fifth Outline Level</a:t>
            </a:r>
            <a:endParaRPr b="0" lang="en-US" sz="24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400" spc="-1" strike="noStrike">
                <a:solidFill>
                  <a:srgbClr val="000000"/>
                </a:solidFill>
                <a:latin typeface="Arial"/>
              </a:rPr>
              <a:t>Sixth Outline Level</a:t>
            </a:r>
            <a:endParaRPr b="0" lang="en-US" sz="24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400" spc="-1" strike="noStrike">
                <a:solidFill>
                  <a:srgbClr val="000000"/>
                </a:solidFill>
                <a:latin typeface="Arial"/>
              </a:rPr>
              <a:t>Seventh Outline Level</a:t>
            </a:r>
            <a:endParaRPr b="0" lang="en-US" sz="2400" spc="-1" strike="noStrike">
              <a:solidFill>
                <a:srgbClr val="000000"/>
              </a:solidFill>
              <a:latin typeface="Arial"/>
            </a:endParaRPr>
          </a:p>
        </p:txBody>
      </p:sp>
      <p:sp>
        <p:nvSpPr>
          <p:cNvPr id="52" name="PlaceHolder 3"/>
          <p:cNvSpPr>
            <a:spLocks noGrp="1"/>
          </p:cNvSpPr>
          <p:nvPr>
            <p:ph type="body"/>
          </p:nvPr>
        </p:nvSpPr>
        <p:spPr>
          <a:xfrm>
            <a:off x="457200" y="2174760"/>
            <a:ext cx="4039920" cy="3951000"/>
          </a:xfrm>
          <a:prstGeom prst="rect">
            <a:avLst/>
          </a:prstGeom>
          <a:noFill/>
          <a:ln w="0">
            <a:noFill/>
          </a:ln>
        </p:spPr>
        <p:txBody>
          <a:bodyPr lIns="91440" rIns="91440" tIns="45720" bIns="45720" anchor="t">
            <a:normAutofit fontScale="74970" lnSpcReduction="10000"/>
          </a:bodyPr>
          <a:p>
            <a:pPr marL="432000" indent="-324000">
              <a:spcBef>
                <a:spcPts val="1417"/>
              </a:spcBef>
              <a:buClr>
                <a:srgbClr val="000000"/>
              </a:buClr>
              <a:buSzPct val="45000"/>
              <a:buFont typeface="Wingdings" charset="2"/>
              <a:buChar char=""/>
            </a:pPr>
            <a:r>
              <a:rPr b="0" lang="en-US" sz="2400" spc="-1" strike="noStrike">
                <a:solidFill>
                  <a:srgbClr val="000000"/>
                </a:solidFill>
                <a:latin typeface="Arial"/>
              </a:rPr>
              <a:t>Click to edit the outline text format</a:t>
            </a:r>
            <a:endParaRPr b="0" lang="en-US" sz="2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400" spc="-1" strike="noStrike">
                <a:solidFill>
                  <a:srgbClr val="000000"/>
                </a:solidFill>
                <a:latin typeface="Arial"/>
              </a:rPr>
              <a:t>Second Outline Level</a:t>
            </a:r>
            <a:endParaRPr b="0" lang="en-US" sz="2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400" spc="-1" strike="noStrike">
                <a:solidFill>
                  <a:srgbClr val="000000"/>
                </a:solidFill>
                <a:latin typeface="Arial"/>
              </a:rPr>
              <a:t>Fourth Outline Level</a:t>
            </a:r>
            <a:endParaRPr b="0" lang="en-US" sz="2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400" spc="-1" strike="noStrike">
                <a:solidFill>
                  <a:srgbClr val="000000"/>
                </a:solidFill>
                <a:latin typeface="Arial"/>
              </a:rPr>
              <a:t>Fifth Outline Level</a:t>
            </a:r>
            <a:endParaRPr b="0" lang="en-US" sz="24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400" spc="-1" strike="noStrike">
                <a:solidFill>
                  <a:srgbClr val="000000"/>
                </a:solidFill>
                <a:latin typeface="Arial"/>
              </a:rPr>
              <a:t>Sixth Outline Level</a:t>
            </a:r>
            <a:endParaRPr b="0" lang="en-US" sz="24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400" spc="-1" strike="noStrike">
                <a:solidFill>
                  <a:srgbClr val="000000"/>
                </a:solidFill>
                <a:latin typeface="Arial"/>
              </a:rPr>
              <a:t>Seventh Outline Level</a:t>
            </a:r>
            <a:endParaRPr b="0" lang="en-US" sz="2400" spc="-1" strike="noStrike">
              <a:solidFill>
                <a:srgbClr val="000000"/>
              </a:solidFill>
              <a:latin typeface="Arial"/>
            </a:endParaRPr>
          </a:p>
        </p:txBody>
      </p:sp>
      <p:sp>
        <p:nvSpPr>
          <p:cNvPr id="53" name="PlaceHolder 4"/>
          <p:cNvSpPr>
            <a:spLocks noGrp="1"/>
          </p:cNvSpPr>
          <p:nvPr>
            <p:ph type="body"/>
          </p:nvPr>
        </p:nvSpPr>
        <p:spPr>
          <a:xfrm>
            <a:off x="4645080" y="1535040"/>
            <a:ext cx="4041360" cy="639360"/>
          </a:xfrm>
          <a:prstGeom prst="rect">
            <a:avLst/>
          </a:prstGeom>
          <a:noFill/>
          <a:ln w="0">
            <a:noFill/>
          </a:ln>
        </p:spPr>
        <p:txBody>
          <a:bodyPr lIns="91440" rIns="91440" tIns="45720" bIns="45720" anchor="b">
            <a:normAutofit fontScale="6247"/>
          </a:bodyPr>
          <a:p>
            <a:pPr marL="432000" indent="-324000">
              <a:spcBef>
                <a:spcPts val="1417"/>
              </a:spcBef>
              <a:buClr>
                <a:srgbClr val="000000"/>
              </a:buClr>
              <a:buSzPct val="45000"/>
              <a:buFont typeface="Wingdings" charset="2"/>
              <a:buChar char=""/>
            </a:pPr>
            <a:r>
              <a:rPr b="0" lang="en-US" sz="2400" spc="-1" strike="noStrike">
                <a:solidFill>
                  <a:srgbClr val="000000"/>
                </a:solidFill>
                <a:latin typeface="Arial"/>
              </a:rPr>
              <a:t>Click to edit the outline text format</a:t>
            </a:r>
            <a:endParaRPr b="0" lang="en-US" sz="2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400" spc="-1" strike="noStrike">
                <a:solidFill>
                  <a:srgbClr val="000000"/>
                </a:solidFill>
                <a:latin typeface="Arial"/>
              </a:rPr>
              <a:t>Second Outline Level</a:t>
            </a:r>
            <a:endParaRPr b="0" lang="en-US" sz="2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400" spc="-1" strike="noStrike">
                <a:solidFill>
                  <a:srgbClr val="000000"/>
                </a:solidFill>
                <a:latin typeface="Arial"/>
              </a:rPr>
              <a:t>Fourth Outline Level</a:t>
            </a:r>
            <a:endParaRPr b="0" lang="en-US" sz="2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400" spc="-1" strike="noStrike">
                <a:solidFill>
                  <a:srgbClr val="000000"/>
                </a:solidFill>
                <a:latin typeface="Arial"/>
              </a:rPr>
              <a:t>Fifth Outline Level</a:t>
            </a:r>
            <a:endParaRPr b="0" lang="en-US" sz="24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400" spc="-1" strike="noStrike">
                <a:solidFill>
                  <a:srgbClr val="000000"/>
                </a:solidFill>
                <a:latin typeface="Arial"/>
              </a:rPr>
              <a:t>Sixth Outline Level</a:t>
            </a:r>
            <a:endParaRPr b="0" lang="en-US" sz="24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400" spc="-1" strike="noStrike">
                <a:solidFill>
                  <a:srgbClr val="000000"/>
                </a:solidFill>
                <a:latin typeface="Arial"/>
              </a:rPr>
              <a:t>Seventh Outline Level</a:t>
            </a:r>
            <a:endParaRPr b="0" lang="en-US" sz="2400" spc="-1" strike="noStrike">
              <a:solidFill>
                <a:srgbClr val="000000"/>
              </a:solidFill>
              <a:latin typeface="Arial"/>
            </a:endParaRPr>
          </a:p>
        </p:txBody>
      </p:sp>
      <p:sp>
        <p:nvSpPr>
          <p:cNvPr id="54" name="PlaceHolder 5"/>
          <p:cNvSpPr>
            <a:spLocks noGrp="1"/>
          </p:cNvSpPr>
          <p:nvPr>
            <p:ph type="body"/>
          </p:nvPr>
        </p:nvSpPr>
        <p:spPr>
          <a:xfrm>
            <a:off x="4645080" y="2174760"/>
            <a:ext cx="4041360" cy="3951000"/>
          </a:xfrm>
          <a:prstGeom prst="rect">
            <a:avLst/>
          </a:prstGeom>
          <a:noFill/>
          <a:ln w="0">
            <a:noFill/>
          </a:ln>
        </p:spPr>
        <p:txBody>
          <a:bodyPr lIns="91440" rIns="91440" tIns="45720" bIns="45720" anchor="t">
            <a:normAutofit fontScale="74970" lnSpcReduction="10000"/>
          </a:bodyPr>
          <a:p>
            <a:pPr marL="432000" indent="-324000">
              <a:spcBef>
                <a:spcPts val="1417"/>
              </a:spcBef>
              <a:buClr>
                <a:srgbClr val="000000"/>
              </a:buClr>
              <a:buSzPct val="45000"/>
              <a:buFont typeface="Wingdings" charset="2"/>
              <a:buChar char=""/>
            </a:pPr>
            <a:r>
              <a:rPr b="0" lang="en-US" sz="2400" spc="-1" strike="noStrike">
                <a:solidFill>
                  <a:srgbClr val="000000"/>
                </a:solidFill>
                <a:latin typeface="Arial"/>
              </a:rPr>
              <a:t>Click to edit the outline text format</a:t>
            </a:r>
            <a:endParaRPr b="0" lang="en-US" sz="2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400" spc="-1" strike="noStrike">
                <a:solidFill>
                  <a:srgbClr val="000000"/>
                </a:solidFill>
                <a:latin typeface="Arial"/>
              </a:rPr>
              <a:t>Second Outline Level</a:t>
            </a:r>
            <a:endParaRPr b="0" lang="en-US" sz="2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400" spc="-1" strike="noStrike">
                <a:solidFill>
                  <a:srgbClr val="000000"/>
                </a:solidFill>
                <a:latin typeface="Arial"/>
              </a:rPr>
              <a:t>Fourth Outline Level</a:t>
            </a:r>
            <a:endParaRPr b="0" lang="en-US" sz="2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400" spc="-1" strike="noStrike">
                <a:solidFill>
                  <a:srgbClr val="000000"/>
                </a:solidFill>
                <a:latin typeface="Arial"/>
              </a:rPr>
              <a:t>Fifth Outline Level</a:t>
            </a:r>
            <a:endParaRPr b="0" lang="en-US" sz="24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400" spc="-1" strike="noStrike">
                <a:solidFill>
                  <a:srgbClr val="000000"/>
                </a:solidFill>
                <a:latin typeface="Arial"/>
              </a:rPr>
              <a:t>Sixth Outline Level</a:t>
            </a:r>
            <a:endParaRPr b="0" lang="en-US" sz="24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400" spc="-1" strike="noStrike">
                <a:solidFill>
                  <a:srgbClr val="000000"/>
                </a:solidFill>
                <a:latin typeface="Arial"/>
              </a:rPr>
              <a:t>Seventh Outline Level</a:t>
            </a:r>
            <a:endParaRPr b="0" lang="en-US" sz="2400" spc="-1" strike="noStrike">
              <a:solidFill>
                <a:srgbClr val="000000"/>
              </a:solidFill>
              <a:latin typeface="Arial"/>
            </a:endParaRPr>
          </a:p>
        </p:txBody>
      </p:sp>
      <p:sp>
        <p:nvSpPr>
          <p:cNvPr id="55" name="PlaceHolder 6"/>
          <p:cNvSpPr>
            <a:spLocks noGrp="1"/>
          </p:cNvSpPr>
          <p:nvPr>
            <p:ph type="dt" idx="25"/>
          </p:nvPr>
        </p:nvSpPr>
        <p:spPr>
          <a:xfrm>
            <a:off x="457200" y="6356520"/>
            <a:ext cx="213336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56" name="PlaceHolder 7"/>
          <p:cNvSpPr>
            <a:spLocks noGrp="1"/>
          </p:cNvSpPr>
          <p:nvPr>
            <p:ph type="ftr" idx="26"/>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7" name="PlaceHolder 8"/>
          <p:cNvSpPr>
            <a:spLocks noGrp="1"/>
          </p:cNvSpPr>
          <p:nvPr>
            <p:ph type="sldNum" idx="27"/>
          </p:nvPr>
        </p:nvSpPr>
        <p:spPr>
          <a:xfrm>
            <a:off x="6553080" y="6356520"/>
            <a:ext cx="213336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31F06BC0-58A4-4D9A-B300-BC56F9285CF1}"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58"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rmAutofit/>
          </a:bodyPr>
          <a:p>
            <a:pPr indent="0">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59" name="PlaceHolder 2"/>
          <p:cNvSpPr>
            <a:spLocks noGrp="1"/>
          </p:cNvSpPr>
          <p:nvPr>
            <p:ph type="dt" idx="28"/>
          </p:nvPr>
        </p:nvSpPr>
        <p:spPr>
          <a:xfrm>
            <a:off x="457200" y="6356520"/>
            <a:ext cx="213336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60" name="PlaceHolder 3"/>
          <p:cNvSpPr>
            <a:spLocks noGrp="1"/>
          </p:cNvSpPr>
          <p:nvPr>
            <p:ph type="ftr" idx="29"/>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1" name="PlaceHolder 4"/>
          <p:cNvSpPr>
            <a:spLocks noGrp="1"/>
          </p:cNvSpPr>
          <p:nvPr>
            <p:ph type="sldNum" idx="30"/>
          </p:nvPr>
        </p:nvSpPr>
        <p:spPr>
          <a:xfrm>
            <a:off x="6553080" y="6356520"/>
            <a:ext cx="213336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7757E699-BBCC-47BB-AFCD-7569F2A112DA}"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63" name="PlaceHolder 1"/>
          <p:cNvSpPr>
            <a:spLocks noGrp="1"/>
          </p:cNvSpPr>
          <p:nvPr>
            <p:ph type="title"/>
          </p:nvPr>
        </p:nvSpPr>
        <p:spPr>
          <a:xfrm>
            <a:off x="457200" y="272880"/>
            <a:ext cx="3007800" cy="1161720"/>
          </a:xfrm>
          <a:prstGeom prst="rect">
            <a:avLst/>
          </a:prstGeom>
          <a:noFill/>
          <a:ln w="0">
            <a:noFill/>
          </a:ln>
        </p:spPr>
        <p:txBody>
          <a:bodyPr lIns="91440" rIns="91440" tIns="45720" bIns="45720" anchor="b">
            <a:normAutofit/>
          </a:bodyPr>
          <a:p>
            <a:pPr indent="0">
              <a:buNone/>
            </a:pPr>
            <a:r>
              <a:rPr b="0" lang="en-US" sz="2000" spc="-1" strike="noStrike">
                <a:solidFill>
                  <a:srgbClr val="000000"/>
                </a:solidFill>
                <a:latin typeface="Arial"/>
              </a:rPr>
              <a:t>Click to edit the title text format</a:t>
            </a:r>
            <a:endParaRPr b="0" lang="en-US" sz="2000" spc="-1" strike="noStrike">
              <a:solidFill>
                <a:srgbClr val="000000"/>
              </a:solidFill>
              <a:latin typeface="Arial"/>
            </a:endParaRPr>
          </a:p>
        </p:txBody>
      </p:sp>
      <p:sp>
        <p:nvSpPr>
          <p:cNvPr id="64" name="PlaceHolder 2"/>
          <p:cNvSpPr>
            <a:spLocks noGrp="1"/>
          </p:cNvSpPr>
          <p:nvPr>
            <p:ph type="body"/>
          </p:nvPr>
        </p:nvSpPr>
        <p:spPr>
          <a:xfrm>
            <a:off x="3575160" y="272880"/>
            <a:ext cx="5111280" cy="5852880"/>
          </a:xfrm>
          <a:prstGeom prst="rect">
            <a:avLst/>
          </a:prstGeom>
          <a:noFill/>
          <a:ln w="0">
            <a:noFill/>
          </a:ln>
        </p:spPr>
        <p:txBody>
          <a:bodyPr lIns="91440" rIns="91440" tIns="45720" bIns="45720" anchor="t">
            <a:normAutofit fontScale="93740" lnSpcReduction="10000"/>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3200" spc="-1" strike="noStrike">
                <a:solidFill>
                  <a:srgbClr val="000000"/>
                </a:solidFill>
                <a:latin typeface="Arial"/>
              </a:rPr>
              <a:t>Second Outline Level</a:t>
            </a:r>
            <a:endParaRPr b="0" lang="en-US" sz="32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3200" spc="-1" strike="noStrike">
                <a:solidFill>
                  <a:srgbClr val="000000"/>
                </a:solidFill>
                <a:latin typeface="Arial"/>
              </a:rPr>
              <a:t>Third Outline Level</a:t>
            </a:r>
            <a:endParaRPr b="0" lang="en-US" sz="32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3200" spc="-1" strike="noStrike">
                <a:solidFill>
                  <a:srgbClr val="000000"/>
                </a:solidFill>
                <a:latin typeface="Arial"/>
              </a:rPr>
              <a:t>Fourth Outline Level</a:t>
            </a:r>
            <a:endParaRPr b="0" lang="en-US" sz="32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3200" spc="-1" strike="noStrike">
                <a:solidFill>
                  <a:srgbClr val="000000"/>
                </a:solidFill>
                <a:latin typeface="Arial"/>
              </a:rPr>
              <a:t>Fifth Outline Level</a:t>
            </a:r>
            <a:endParaRPr b="0" lang="en-US" sz="32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3200" spc="-1" strike="noStrike">
                <a:solidFill>
                  <a:srgbClr val="000000"/>
                </a:solidFill>
                <a:latin typeface="Arial"/>
              </a:rPr>
              <a:t>Sixth Outline Level</a:t>
            </a:r>
            <a:endParaRPr b="0" lang="en-US" sz="32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3200" spc="-1" strike="noStrike">
                <a:solidFill>
                  <a:srgbClr val="000000"/>
                </a:solidFill>
                <a:latin typeface="Arial"/>
              </a:rPr>
              <a:t>Seventh Outline Level</a:t>
            </a:r>
            <a:endParaRPr b="0" lang="en-US" sz="3200" spc="-1" strike="noStrike">
              <a:solidFill>
                <a:srgbClr val="000000"/>
              </a:solidFill>
              <a:latin typeface="Arial"/>
            </a:endParaRPr>
          </a:p>
        </p:txBody>
      </p:sp>
      <p:sp>
        <p:nvSpPr>
          <p:cNvPr id="65" name="PlaceHolder 3"/>
          <p:cNvSpPr>
            <a:spLocks noGrp="1"/>
          </p:cNvSpPr>
          <p:nvPr>
            <p:ph type="body"/>
          </p:nvPr>
        </p:nvSpPr>
        <p:spPr>
          <a:xfrm>
            <a:off x="457200" y="1434960"/>
            <a:ext cx="3007800" cy="4690800"/>
          </a:xfrm>
          <a:prstGeom prst="rect">
            <a:avLst/>
          </a:prstGeom>
          <a:noFill/>
          <a:ln w="0">
            <a:noFill/>
          </a:ln>
        </p:spPr>
        <p:txBody>
          <a:bodyPr lIns="91440" rIns="91440" tIns="45720" bIns="45720" anchor="t">
            <a:normAutofit fontScale="74983" lnSpcReduction="20000"/>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400" spc="-1" strike="noStrike">
                <a:solidFill>
                  <a:srgbClr val="000000"/>
                </a:solidFill>
                <a:latin typeface="Arial"/>
              </a:rPr>
              <a:t>Fifth Outline Level</a:t>
            </a:r>
            <a:endParaRPr b="0" lang="en-US" sz="14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400" spc="-1" strike="noStrike">
                <a:solidFill>
                  <a:srgbClr val="000000"/>
                </a:solidFill>
                <a:latin typeface="Arial"/>
              </a:rPr>
              <a:t>Sixth Outline Level</a:t>
            </a:r>
            <a:endParaRPr b="0" lang="en-US" sz="14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400" spc="-1" strike="noStrike">
                <a:solidFill>
                  <a:srgbClr val="000000"/>
                </a:solidFill>
                <a:latin typeface="Arial"/>
              </a:rPr>
              <a:t>Seventh Outline Level</a:t>
            </a:r>
            <a:endParaRPr b="0" lang="en-US" sz="1400" spc="-1" strike="noStrike">
              <a:solidFill>
                <a:srgbClr val="000000"/>
              </a:solidFill>
              <a:latin typeface="Arial"/>
            </a:endParaRPr>
          </a:p>
        </p:txBody>
      </p:sp>
      <p:sp>
        <p:nvSpPr>
          <p:cNvPr id="66" name="PlaceHolder 4"/>
          <p:cNvSpPr>
            <a:spLocks noGrp="1"/>
          </p:cNvSpPr>
          <p:nvPr>
            <p:ph type="dt" idx="31"/>
          </p:nvPr>
        </p:nvSpPr>
        <p:spPr>
          <a:xfrm>
            <a:off x="457200" y="6356520"/>
            <a:ext cx="213336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67" name="PlaceHolder 5"/>
          <p:cNvSpPr>
            <a:spLocks noGrp="1"/>
          </p:cNvSpPr>
          <p:nvPr>
            <p:ph type="ftr" idx="3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8" name="PlaceHolder 6"/>
          <p:cNvSpPr>
            <a:spLocks noGrp="1"/>
          </p:cNvSpPr>
          <p:nvPr>
            <p:ph type="sldNum" idx="33"/>
          </p:nvPr>
        </p:nvSpPr>
        <p:spPr>
          <a:xfrm>
            <a:off x="6553080" y="6356520"/>
            <a:ext cx="213336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210CF755-5F61-4241-BCE8-9B6B1B131C19}"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69" name="PlaceHolder 1"/>
          <p:cNvSpPr>
            <a:spLocks noGrp="1"/>
          </p:cNvSpPr>
          <p:nvPr>
            <p:ph type="title"/>
          </p:nvPr>
        </p:nvSpPr>
        <p:spPr>
          <a:xfrm>
            <a:off x="1792440" y="4800600"/>
            <a:ext cx="5486040" cy="566280"/>
          </a:xfrm>
          <a:prstGeom prst="rect">
            <a:avLst/>
          </a:prstGeom>
          <a:noFill/>
          <a:ln w="0">
            <a:noFill/>
          </a:ln>
        </p:spPr>
        <p:txBody>
          <a:bodyPr lIns="91440" rIns="91440" tIns="45720" bIns="45720" anchor="b">
            <a:normAutofit/>
          </a:bodyPr>
          <a:p>
            <a:pPr indent="0">
              <a:buNone/>
            </a:pPr>
            <a:r>
              <a:rPr b="0" lang="en-US" sz="2000" spc="-1" strike="noStrike">
                <a:solidFill>
                  <a:srgbClr val="000000"/>
                </a:solidFill>
                <a:latin typeface="Arial"/>
              </a:rPr>
              <a:t>Click to edit the title text format</a:t>
            </a:r>
            <a:endParaRPr b="0" lang="en-US" sz="2000" spc="-1" strike="noStrike">
              <a:solidFill>
                <a:srgbClr val="000000"/>
              </a:solidFill>
              <a:latin typeface="Arial"/>
            </a:endParaRPr>
          </a:p>
        </p:txBody>
      </p:sp>
      <p:sp>
        <p:nvSpPr>
          <p:cNvPr id="70" name="PlaceHolder 2"/>
          <p:cNvSpPr>
            <a:spLocks noGrp="1"/>
          </p:cNvSpPr>
          <p:nvPr>
            <p:ph type="body"/>
          </p:nvPr>
        </p:nvSpPr>
        <p:spPr>
          <a:xfrm>
            <a:off x="1792440" y="612720"/>
            <a:ext cx="5486040" cy="4114440"/>
          </a:xfrm>
          <a:prstGeom prst="rect">
            <a:avLst/>
          </a:prstGeom>
          <a:noFill/>
          <a:ln w="0">
            <a:noFill/>
          </a:ln>
        </p:spPr>
        <p:txBody>
          <a:bodyPr lIns="90000" rIns="90000" tIns="45000" bIns="4500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71" name="PlaceHolder 3"/>
          <p:cNvSpPr>
            <a:spLocks noGrp="1"/>
          </p:cNvSpPr>
          <p:nvPr>
            <p:ph type="body"/>
          </p:nvPr>
        </p:nvSpPr>
        <p:spPr>
          <a:xfrm>
            <a:off x="1792440" y="5367240"/>
            <a:ext cx="5486040" cy="804600"/>
          </a:xfrm>
          <a:prstGeom prst="rect">
            <a:avLst/>
          </a:prstGeom>
          <a:noFill/>
          <a:ln w="0">
            <a:noFill/>
          </a:ln>
        </p:spPr>
        <p:txBody>
          <a:bodyPr lIns="91440" rIns="91440" tIns="45720" bIns="45720" anchor="t">
            <a:normAutofit fontScale="24994" lnSpcReduction="10000"/>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400" spc="-1" strike="noStrike">
                <a:solidFill>
                  <a:srgbClr val="000000"/>
                </a:solidFill>
                <a:latin typeface="Arial"/>
              </a:rPr>
              <a:t>Fifth Outline Level</a:t>
            </a:r>
            <a:endParaRPr b="0" lang="en-US" sz="14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400" spc="-1" strike="noStrike">
                <a:solidFill>
                  <a:srgbClr val="000000"/>
                </a:solidFill>
                <a:latin typeface="Arial"/>
              </a:rPr>
              <a:t>Sixth Outline Level</a:t>
            </a:r>
            <a:endParaRPr b="0" lang="en-US" sz="14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400" spc="-1" strike="noStrike">
                <a:solidFill>
                  <a:srgbClr val="000000"/>
                </a:solidFill>
                <a:latin typeface="Arial"/>
              </a:rPr>
              <a:t>Seventh Outline Level</a:t>
            </a:r>
            <a:endParaRPr b="0" lang="en-US" sz="1400" spc="-1" strike="noStrike">
              <a:solidFill>
                <a:srgbClr val="000000"/>
              </a:solidFill>
              <a:latin typeface="Arial"/>
            </a:endParaRPr>
          </a:p>
        </p:txBody>
      </p:sp>
      <p:sp>
        <p:nvSpPr>
          <p:cNvPr id="72" name="PlaceHolder 4"/>
          <p:cNvSpPr>
            <a:spLocks noGrp="1"/>
          </p:cNvSpPr>
          <p:nvPr>
            <p:ph type="dt" idx="34"/>
          </p:nvPr>
        </p:nvSpPr>
        <p:spPr>
          <a:xfrm>
            <a:off x="457200" y="6356520"/>
            <a:ext cx="213336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73" name="PlaceHolder 5"/>
          <p:cNvSpPr>
            <a:spLocks noGrp="1"/>
          </p:cNvSpPr>
          <p:nvPr>
            <p:ph type="ftr" idx="35"/>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4" name="PlaceHolder 6"/>
          <p:cNvSpPr>
            <a:spLocks noGrp="1"/>
          </p:cNvSpPr>
          <p:nvPr>
            <p:ph type="sldNum" idx="36"/>
          </p:nvPr>
        </p:nvSpPr>
        <p:spPr>
          <a:xfrm>
            <a:off x="6553080" y="6356520"/>
            <a:ext cx="213336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05551305-BFD5-487F-BB68-7FBE7CF42DFE}"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1"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1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 name="Google Shape;95;p14"/>
          <p:cNvSpPr/>
          <p:nvPr/>
        </p:nvSpPr>
        <p:spPr>
          <a:xfrm>
            <a:off x="274320" y="137160"/>
            <a:ext cx="4571640" cy="30456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1400" spc="-1" strike="noStrike">
                <a:solidFill>
                  <a:srgbClr val="323232"/>
                </a:solidFill>
                <a:latin typeface="Calibri"/>
                <a:ea typeface="Calibri"/>
              </a:rPr>
              <a:t>Métodos Analíticos y Programación</a:t>
            </a:r>
            <a:endParaRPr b="0" lang="en-US" sz="1400" spc="-1" strike="noStrike">
              <a:solidFill>
                <a:srgbClr val="000000"/>
              </a:solidFill>
              <a:latin typeface="Arial"/>
            </a:endParaRPr>
          </a:p>
        </p:txBody>
      </p:sp>
      <p:sp>
        <p:nvSpPr>
          <p:cNvPr id="76" name="Google Shape;96;p14"/>
          <p:cNvSpPr/>
          <p:nvPr/>
        </p:nvSpPr>
        <p:spPr>
          <a:xfrm>
            <a:off x="1035360" y="1813320"/>
            <a:ext cx="5477400" cy="88308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2600" spc="-1" strike="noStrike">
                <a:solidFill>
                  <a:srgbClr val="323232"/>
                </a:solidFill>
                <a:latin typeface="Calibri"/>
                <a:ea typeface="Calibri"/>
              </a:rPr>
              <a:t>Clase 11: ALGORITMOS DE BÚSQUEDA</a:t>
            </a:r>
            <a:endParaRPr b="0" lang="en-US" sz="2600" spc="-1" strike="noStrike">
              <a:solidFill>
                <a:srgbClr val="000000"/>
              </a:solidFill>
              <a:latin typeface="Arial"/>
            </a:endParaRPr>
          </a:p>
        </p:txBody>
      </p:sp>
      <p:sp>
        <p:nvSpPr>
          <p:cNvPr id="77" name="Google Shape;97;p14"/>
          <p:cNvSpPr/>
          <p:nvPr/>
        </p:nvSpPr>
        <p:spPr>
          <a:xfrm>
            <a:off x="1035360" y="3708000"/>
            <a:ext cx="8496000" cy="4273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0" lang="en-US" sz="2800" spc="-1" strike="noStrike">
                <a:solidFill>
                  <a:srgbClr val="2d2d2d"/>
                </a:solidFill>
                <a:latin typeface="Calibri"/>
                <a:ea typeface="Calibri"/>
              </a:rPr>
              <a:t>Profesor: Pablo J Piccoli Bornia</a:t>
            </a:r>
            <a:endParaRPr b="0" lang="en-US" sz="2800" spc="-1" strike="noStrike">
              <a:solidFill>
                <a:srgbClr val="000000"/>
              </a:solidFill>
              <a:latin typeface="Arial"/>
            </a:endParaRPr>
          </a:p>
        </p:txBody>
      </p:sp>
      <p:sp>
        <p:nvSpPr>
          <p:cNvPr id="78" name="Google Shape;98;p14"/>
          <p:cNvSpPr/>
          <p:nvPr/>
        </p:nvSpPr>
        <p:spPr>
          <a:xfrm>
            <a:off x="1035360" y="4307400"/>
            <a:ext cx="5964840" cy="73116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0" lang="en-US" sz="2400" spc="-1" strike="noStrike">
                <a:solidFill>
                  <a:srgbClr val="2d2d2d"/>
                </a:solidFill>
                <a:latin typeface="Calibri"/>
                <a:ea typeface="Calibri"/>
              </a:rPr>
              <a:t>Auxiliares: Daniela Longas - M Victoria Tolosa</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Google Shape;103;p15"/>
          <p:cNvSpPr/>
          <p:nvPr/>
        </p:nvSpPr>
        <p:spPr>
          <a:xfrm>
            <a:off x="0" y="0"/>
            <a:ext cx="9143640" cy="548280"/>
          </a:xfrm>
          <a:prstGeom prst="rect">
            <a:avLst/>
          </a:prstGeom>
          <a:solidFill>
            <a:srgbClr val="ffd966"/>
          </a:solidFill>
          <a:ln w="0">
            <a:noFill/>
          </a:ln>
          <a:effectLst>
            <a:outerShdw blurRad="39960" dir="5400000" dist="23040" rotWithShape="0">
              <a:srgbClr val="000000">
                <a:alpha val="35000"/>
              </a:srgbClr>
            </a:outerShdw>
          </a:effectLst>
        </p:spPr>
        <p:style>
          <a:lnRef idx="0"/>
          <a:fillRef idx="0"/>
          <a:effectRef idx="0"/>
          <a:fontRef idx="minor"/>
        </p:style>
        <p:txBody>
          <a:bodyPr anchor="ctr">
            <a:noAutofit/>
          </a:bodyPr>
          <a:p>
            <a:pPr algn="ctr">
              <a:lnSpc>
                <a:spcPct val="100000"/>
              </a:lnSpc>
              <a:tabLst>
                <a:tab algn="l" pos="0"/>
              </a:tabLst>
            </a:pPr>
            <a:endParaRPr b="0" lang="en-US" sz="1400" spc="-1" strike="noStrike">
              <a:solidFill>
                <a:srgbClr val="000000"/>
              </a:solidFill>
              <a:latin typeface="Arial"/>
            </a:endParaRPr>
          </a:p>
        </p:txBody>
      </p:sp>
      <p:sp>
        <p:nvSpPr>
          <p:cNvPr id="80" name="Google Shape;104;p15"/>
          <p:cNvSpPr/>
          <p:nvPr/>
        </p:nvSpPr>
        <p:spPr>
          <a:xfrm>
            <a:off x="0" y="6492240"/>
            <a:ext cx="9143640" cy="365400"/>
          </a:xfrm>
          <a:prstGeom prst="rect">
            <a:avLst/>
          </a:prstGeom>
          <a:solidFill>
            <a:srgbClr val="282828"/>
          </a:solidFill>
          <a:ln w="9525">
            <a:solidFill>
              <a:srgbClr val="4a7dba"/>
            </a:solidFill>
            <a:round/>
          </a:ln>
          <a:effectLst>
            <a:outerShdw blurRad="39960" dir="5400000" dist="23040" rotWithShape="0">
              <a:srgbClr val="000000">
                <a:alpha val="35000"/>
              </a:srgbClr>
            </a:outerShdw>
          </a:effectLst>
        </p:spPr>
        <p:style>
          <a:lnRef idx="0"/>
          <a:fillRef idx="0"/>
          <a:effectRef idx="0"/>
          <a:fontRef idx="minor"/>
        </p:style>
        <p:txBody>
          <a:bodyPr anchor="ctr">
            <a:noAutofit/>
          </a:bodyPr>
          <a:p>
            <a:pPr algn="ctr">
              <a:lnSpc>
                <a:spcPct val="100000"/>
              </a:lnSpc>
              <a:tabLst>
                <a:tab algn="l" pos="0"/>
              </a:tabLst>
            </a:pPr>
            <a:endParaRPr b="0" lang="en-US" sz="1400" spc="-1" strike="noStrike">
              <a:solidFill>
                <a:srgbClr val="ffffff"/>
              </a:solidFill>
              <a:latin typeface="Arial"/>
            </a:endParaRPr>
          </a:p>
        </p:txBody>
      </p:sp>
      <p:sp>
        <p:nvSpPr>
          <p:cNvPr id="81" name="Google Shape;105;p15"/>
          <p:cNvSpPr/>
          <p:nvPr/>
        </p:nvSpPr>
        <p:spPr>
          <a:xfrm>
            <a:off x="274320" y="6537960"/>
            <a:ext cx="1312920" cy="39636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0" lang="en-US" sz="1000" spc="-1" strike="noStrike">
                <a:solidFill>
                  <a:srgbClr val="ffffff"/>
                </a:solidFill>
                <a:latin typeface="Calibri"/>
                <a:ea typeface="Calibri"/>
              </a:rPr>
              <a:t>Pablo J Piccoli Bornia</a:t>
            </a:r>
            <a:endParaRPr b="0" lang="en-US" sz="1000" spc="-1" strike="noStrike">
              <a:solidFill>
                <a:srgbClr val="000000"/>
              </a:solidFill>
              <a:latin typeface="Arial"/>
            </a:endParaRPr>
          </a:p>
        </p:txBody>
      </p:sp>
      <p:sp>
        <p:nvSpPr>
          <p:cNvPr id="82" name="Google Shape;106;p15"/>
          <p:cNvSpPr/>
          <p:nvPr/>
        </p:nvSpPr>
        <p:spPr>
          <a:xfrm>
            <a:off x="365760" y="731520"/>
            <a:ext cx="8229240" cy="48708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2600" spc="-1" strike="noStrike">
                <a:solidFill>
                  <a:srgbClr val="323232"/>
                </a:solidFill>
                <a:latin typeface="Calibri"/>
                <a:ea typeface="Calibri"/>
              </a:rPr>
              <a:t>Outline</a:t>
            </a:r>
            <a:endParaRPr b="0" lang="en-US" sz="2600" spc="-1" strike="noStrike">
              <a:solidFill>
                <a:srgbClr val="000000"/>
              </a:solidFill>
              <a:latin typeface="Arial"/>
            </a:endParaRPr>
          </a:p>
        </p:txBody>
      </p:sp>
      <p:sp>
        <p:nvSpPr>
          <p:cNvPr id="83" name="Google Shape;107;p15"/>
          <p:cNvSpPr/>
          <p:nvPr/>
        </p:nvSpPr>
        <p:spPr>
          <a:xfrm>
            <a:off x="914400" y="1828800"/>
            <a:ext cx="5486040" cy="1188360"/>
          </a:xfrm>
          <a:prstGeom prst="rect">
            <a:avLst/>
          </a:prstGeom>
          <a:noFill/>
          <a:ln w="0">
            <a:noFill/>
          </a:ln>
        </p:spPr>
        <p:style>
          <a:lnRef idx="0"/>
          <a:fillRef idx="0"/>
          <a:effectRef idx="0"/>
          <a:fontRef idx="minor"/>
        </p:style>
        <p:txBody>
          <a:bodyPr anchor="t">
            <a:spAutoFit/>
          </a:bodyPr>
          <a:p>
            <a:pPr>
              <a:lnSpc>
                <a:spcPct val="100000"/>
              </a:lnSpc>
              <a:tabLst>
                <a:tab algn="l" pos="0"/>
              </a:tabLst>
            </a:pPr>
            <a:endParaRPr b="0" lang="en-US" sz="1800" spc="-1" strike="noStrike">
              <a:solidFill>
                <a:srgbClr val="000000"/>
              </a:solidFill>
              <a:latin typeface="Arial"/>
            </a:endParaRPr>
          </a:p>
          <a:p>
            <a:pPr>
              <a:lnSpc>
                <a:spcPct val="100000"/>
              </a:lnSpc>
              <a:tabLst>
                <a:tab algn="l" pos="0"/>
              </a:tabLst>
            </a:pPr>
            <a:r>
              <a:rPr b="0" lang="en-US" sz="1800" spc="-1" strike="noStrike">
                <a:solidFill>
                  <a:schemeClr val="dk1"/>
                </a:solidFill>
                <a:latin typeface="Calibri"/>
                <a:ea typeface="Calibri"/>
              </a:rPr>
              <a:t>1. Búsqueda secuencial</a:t>
            </a:r>
            <a:endParaRPr b="0" lang="en-US" sz="1800" spc="-1" strike="noStrike">
              <a:solidFill>
                <a:srgbClr val="000000"/>
              </a:solidFill>
              <a:latin typeface="Arial"/>
            </a:endParaRPr>
          </a:p>
          <a:p>
            <a:pPr>
              <a:lnSpc>
                <a:spcPct val="100000"/>
              </a:lnSpc>
              <a:tabLst>
                <a:tab algn="l" pos="0"/>
              </a:tabLst>
            </a:pPr>
            <a:r>
              <a:rPr b="0" lang="en-US" sz="1800" spc="-1" strike="noStrike">
                <a:solidFill>
                  <a:schemeClr val="dk1"/>
                </a:solidFill>
                <a:latin typeface="Calibri"/>
                <a:ea typeface="Calibri"/>
              </a:rPr>
              <a:t>2. Búsqueda binaria</a:t>
            </a:r>
            <a:endParaRPr b="0" lang="en-US" sz="1800" spc="-1" strike="noStrike">
              <a:solidFill>
                <a:srgbClr val="000000"/>
              </a:solidFill>
              <a:latin typeface="Arial"/>
            </a:endParaRPr>
          </a:p>
          <a:p>
            <a:pPr>
              <a:lnSpc>
                <a:spcPct val="100000"/>
              </a:lnSpc>
              <a:tabLst>
                <a:tab algn="l" pos="0"/>
              </a:tabLst>
            </a:pPr>
            <a:r>
              <a:rPr b="0" lang="en-US" sz="1800" spc="-1" strike="noStrike">
                <a:solidFill>
                  <a:schemeClr val="dk1"/>
                </a:solidFill>
                <a:latin typeface="Calibri"/>
                <a:ea typeface="Calibri"/>
              </a:rPr>
              <a:t>3. Ejercicios</a:t>
            </a:r>
            <a:endParaRPr b="0" lang="en-US" sz="1800" spc="-1" strike="noStrike">
              <a:solidFill>
                <a:srgbClr val="000000"/>
              </a:solidFill>
              <a:latin typeface="Arial"/>
            </a:endParaRPr>
          </a:p>
        </p:txBody>
      </p:sp>
      <p:sp>
        <p:nvSpPr>
          <p:cNvPr id="84" name="Google Shape;108;p15"/>
          <p:cNvSpPr/>
          <p:nvPr/>
        </p:nvSpPr>
        <p:spPr>
          <a:xfrm>
            <a:off x="254160" y="190440"/>
            <a:ext cx="5714640" cy="36540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1800" spc="-1" strike="noStrike">
                <a:solidFill>
                  <a:srgbClr val="2d2d2d"/>
                </a:solidFill>
                <a:latin typeface="Calibri"/>
                <a:ea typeface="Calibri"/>
              </a:rPr>
              <a:t>Métodos Analíticos y Programación</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Google Shape;113;p16"/>
          <p:cNvSpPr/>
          <p:nvPr/>
        </p:nvSpPr>
        <p:spPr>
          <a:xfrm>
            <a:off x="0" y="0"/>
            <a:ext cx="9143640" cy="548280"/>
          </a:xfrm>
          <a:prstGeom prst="rect">
            <a:avLst/>
          </a:prstGeom>
          <a:solidFill>
            <a:srgbClr val="ffd966"/>
          </a:solidFill>
          <a:ln w="0">
            <a:noFill/>
          </a:ln>
          <a:effectLst>
            <a:outerShdw blurRad="39960" dir="5400000" dist="23040" rotWithShape="0">
              <a:srgbClr val="000000">
                <a:alpha val="35000"/>
              </a:srgbClr>
            </a:outerShdw>
          </a:effectLst>
        </p:spPr>
        <p:style>
          <a:lnRef idx="0"/>
          <a:fillRef idx="0"/>
          <a:effectRef idx="0"/>
          <a:fontRef idx="minor"/>
        </p:style>
        <p:txBody>
          <a:bodyPr anchor="ctr">
            <a:noAutofit/>
          </a:bodyPr>
          <a:p>
            <a:pPr algn="ctr">
              <a:lnSpc>
                <a:spcPct val="100000"/>
              </a:lnSpc>
              <a:tabLst>
                <a:tab algn="l" pos="0"/>
              </a:tabLst>
            </a:pPr>
            <a:endParaRPr b="0" lang="en-US" sz="1400" spc="-1" strike="noStrike">
              <a:solidFill>
                <a:srgbClr val="000000"/>
              </a:solidFill>
              <a:latin typeface="Arial"/>
            </a:endParaRPr>
          </a:p>
        </p:txBody>
      </p:sp>
      <p:sp>
        <p:nvSpPr>
          <p:cNvPr id="86" name="Google Shape;114;p16"/>
          <p:cNvSpPr/>
          <p:nvPr/>
        </p:nvSpPr>
        <p:spPr>
          <a:xfrm>
            <a:off x="0" y="6492240"/>
            <a:ext cx="9143640" cy="365400"/>
          </a:xfrm>
          <a:prstGeom prst="rect">
            <a:avLst/>
          </a:prstGeom>
          <a:solidFill>
            <a:srgbClr val="282828"/>
          </a:solidFill>
          <a:ln w="9525">
            <a:solidFill>
              <a:srgbClr val="4a7dba"/>
            </a:solidFill>
            <a:round/>
          </a:ln>
          <a:effectLst>
            <a:outerShdw blurRad="39960" dir="5400000" dist="23040" rotWithShape="0">
              <a:srgbClr val="000000">
                <a:alpha val="35000"/>
              </a:srgbClr>
            </a:outerShdw>
          </a:effectLst>
        </p:spPr>
        <p:style>
          <a:lnRef idx="0"/>
          <a:fillRef idx="0"/>
          <a:effectRef idx="0"/>
          <a:fontRef idx="minor"/>
        </p:style>
        <p:txBody>
          <a:bodyPr anchor="ctr">
            <a:noAutofit/>
          </a:bodyPr>
          <a:p>
            <a:pPr algn="ctr">
              <a:lnSpc>
                <a:spcPct val="100000"/>
              </a:lnSpc>
              <a:tabLst>
                <a:tab algn="l" pos="0"/>
              </a:tabLst>
            </a:pPr>
            <a:endParaRPr b="0" lang="en-US" sz="1400" spc="-1" strike="noStrike">
              <a:solidFill>
                <a:srgbClr val="ffffff"/>
              </a:solidFill>
              <a:latin typeface="Arial"/>
            </a:endParaRPr>
          </a:p>
        </p:txBody>
      </p:sp>
      <p:pic>
        <p:nvPicPr>
          <p:cNvPr id="87" name="Google Shape;115;p16" descr="di_tella2.png"/>
          <p:cNvPicPr/>
          <p:nvPr/>
        </p:nvPicPr>
        <p:blipFill>
          <a:blip r:embed="rId1"/>
          <a:stretch/>
        </p:blipFill>
        <p:spPr>
          <a:xfrm>
            <a:off x="8325360" y="20160"/>
            <a:ext cx="818280" cy="507600"/>
          </a:xfrm>
          <a:prstGeom prst="rect">
            <a:avLst/>
          </a:prstGeom>
          <a:ln w="0">
            <a:noFill/>
          </a:ln>
        </p:spPr>
      </p:pic>
      <p:sp>
        <p:nvSpPr>
          <p:cNvPr id="88" name="Google Shape;116;p16"/>
          <p:cNvSpPr/>
          <p:nvPr/>
        </p:nvSpPr>
        <p:spPr>
          <a:xfrm>
            <a:off x="254160" y="190440"/>
            <a:ext cx="5714640" cy="36540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1800" spc="-1" strike="noStrike">
                <a:solidFill>
                  <a:srgbClr val="2d2d2d"/>
                </a:solidFill>
                <a:latin typeface="Calibri"/>
                <a:ea typeface="Calibri"/>
              </a:rPr>
              <a:t>Métodos Analíticos y Programación</a:t>
            </a:r>
            <a:endParaRPr b="0" lang="en-US" sz="1800" spc="-1" strike="noStrike">
              <a:solidFill>
                <a:srgbClr val="000000"/>
              </a:solidFill>
              <a:latin typeface="Arial"/>
            </a:endParaRPr>
          </a:p>
        </p:txBody>
      </p:sp>
      <p:sp>
        <p:nvSpPr>
          <p:cNvPr id="89" name="Google Shape;117;p16"/>
          <p:cNvSpPr/>
          <p:nvPr/>
        </p:nvSpPr>
        <p:spPr>
          <a:xfrm>
            <a:off x="177840" y="6513480"/>
            <a:ext cx="5714640" cy="30456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0" lang="en-US" sz="1400" spc="-1" strike="noStrike">
                <a:solidFill>
                  <a:srgbClr val="ffffff"/>
                </a:solidFill>
                <a:latin typeface="Calibri"/>
                <a:ea typeface="Calibri"/>
              </a:rPr>
              <a:t>Pablo J Piccoli Bornia</a:t>
            </a:r>
            <a:endParaRPr b="0" lang="en-US" sz="1400" spc="-1" strike="noStrike">
              <a:solidFill>
                <a:srgbClr val="000000"/>
              </a:solidFill>
              <a:latin typeface="Arial"/>
            </a:endParaRPr>
          </a:p>
        </p:txBody>
      </p:sp>
      <p:sp>
        <p:nvSpPr>
          <p:cNvPr id="90" name="Google Shape;118;p16"/>
          <p:cNvSpPr/>
          <p:nvPr/>
        </p:nvSpPr>
        <p:spPr>
          <a:xfrm>
            <a:off x="254160" y="1120680"/>
            <a:ext cx="8475480" cy="228564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0" lang="en-US" sz="1800" spc="-1" strike="noStrike">
                <a:solidFill>
                  <a:srgbClr val="333333"/>
                </a:solidFill>
                <a:latin typeface="Arial"/>
                <a:ea typeface="Arial"/>
              </a:rPr>
              <a:t>A partir de ahora vamos a hacer (más) foco en:</a:t>
            </a:r>
            <a:endParaRPr b="0" lang="en-US" sz="1800" spc="-1" strike="noStrike">
              <a:solidFill>
                <a:srgbClr val="000000"/>
              </a:solidFill>
              <a:latin typeface="Arial"/>
            </a:endParaRPr>
          </a:p>
          <a:p>
            <a:pPr>
              <a:lnSpc>
                <a:spcPct val="100000"/>
              </a:lnSpc>
              <a:tabLst>
                <a:tab algn="l" pos="0"/>
              </a:tabLst>
            </a:pPr>
            <a:endParaRPr b="0" lang="en-US" sz="1800" spc="-1" strike="noStrike">
              <a:solidFill>
                <a:srgbClr val="000000"/>
              </a:solidFill>
              <a:latin typeface="Arial"/>
            </a:endParaRPr>
          </a:p>
          <a:p>
            <a:pPr marL="285840" indent="-285840">
              <a:lnSpc>
                <a:spcPct val="100000"/>
              </a:lnSpc>
              <a:buClr>
                <a:srgbClr val="333333"/>
              </a:buClr>
              <a:buFont typeface="Arial"/>
              <a:buChar char="•"/>
              <a:tabLst>
                <a:tab algn="l" pos="0"/>
              </a:tabLst>
            </a:pPr>
            <a:r>
              <a:rPr b="0" lang="en-US" sz="1800" spc="-1" strike="noStrike">
                <a:solidFill>
                  <a:srgbClr val="333333"/>
                </a:solidFill>
                <a:latin typeface="Arial"/>
                <a:ea typeface="Arial"/>
              </a:rPr>
              <a:t>resolución de problemas (usando la computadora),</a:t>
            </a:r>
            <a:endParaRPr b="0" lang="en-US" sz="1800" spc="-1" strike="noStrike">
              <a:solidFill>
                <a:srgbClr val="000000"/>
              </a:solidFill>
              <a:latin typeface="Arial"/>
            </a:endParaRPr>
          </a:p>
          <a:p>
            <a:pPr marL="285840" indent="-285840">
              <a:lnSpc>
                <a:spcPct val="100000"/>
              </a:lnSpc>
              <a:buClr>
                <a:srgbClr val="333333"/>
              </a:buClr>
              <a:buFont typeface="Arial"/>
              <a:buChar char="•"/>
              <a:tabLst>
                <a:tab algn="l" pos="0"/>
              </a:tabLst>
            </a:pPr>
            <a:r>
              <a:rPr b="0" lang="en-US" sz="1800" spc="-1" strike="noStrike">
                <a:solidFill>
                  <a:srgbClr val="333333"/>
                </a:solidFill>
                <a:latin typeface="Arial"/>
                <a:ea typeface="Arial"/>
              </a:rPr>
              <a:t>abstraer y generalizar conceptos,</a:t>
            </a:r>
            <a:endParaRPr b="0" lang="en-US" sz="1800" spc="-1" strike="noStrike">
              <a:solidFill>
                <a:srgbClr val="000000"/>
              </a:solidFill>
              <a:latin typeface="Arial"/>
            </a:endParaRPr>
          </a:p>
          <a:p>
            <a:pPr marL="285840" indent="-285840">
              <a:lnSpc>
                <a:spcPct val="100000"/>
              </a:lnSpc>
              <a:buClr>
                <a:srgbClr val="333333"/>
              </a:buClr>
              <a:buFont typeface="Arial"/>
              <a:buChar char="•"/>
              <a:tabLst>
                <a:tab algn="l" pos="0"/>
              </a:tabLst>
            </a:pPr>
            <a:r>
              <a:rPr b="0" lang="en-US" sz="1800" spc="-1" strike="noStrike">
                <a:solidFill>
                  <a:srgbClr val="333333"/>
                </a:solidFill>
                <a:latin typeface="Arial"/>
                <a:ea typeface="Arial"/>
              </a:rPr>
              <a:t>concentrarnos en las ideas (que luego se convertirán en código),</a:t>
            </a:r>
            <a:endParaRPr b="0" lang="en-US" sz="1800" spc="-1" strike="noStrike">
              <a:solidFill>
                <a:srgbClr val="000000"/>
              </a:solidFill>
              <a:latin typeface="Arial"/>
            </a:endParaRPr>
          </a:p>
          <a:p>
            <a:pPr marL="285840" indent="-285840">
              <a:lnSpc>
                <a:spcPct val="100000"/>
              </a:lnSpc>
              <a:buClr>
                <a:srgbClr val="333333"/>
              </a:buClr>
              <a:buFont typeface="Arial"/>
              <a:buChar char="•"/>
              <a:tabLst>
                <a:tab algn="l" pos="0"/>
              </a:tabLst>
            </a:pPr>
            <a:r>
              <a:rPr b="0" lang="en-US" sz="1800" spc="-1" strike="noStrike">
                <a:solidFill>
                  <a:srgbClr val="333333"/>
                </a:solidFill>
                <a:latin typeface="Arial"/>
                <a:ea typeface="Arial"/>
              </a:rPr>
              <a:t>algorithmic thinking,</a:t>
            </a:r>
            <a:endParaRPr b="0" lang="en-US" sz="1800" spc="-1" strike="noStrike">
              <a:solidFill>
                <a:srgbClr val="000000"/>
              </a:solidFill>
              <a:latin typeface="Arial"/>
            </a:endParaRPr>
          </a:p>
          <a:p>
            <a:pPr marL="285840" indent="-171360">
              <a:lnSpc>
                <a:spcPct val="100000"/>
              </a:lnSpc>
              <a:tabLst>
                <a:tab algn="l" pos="0"/>
              </a:tabLst>
            </a:pPr>
            <a:endParaRPr b="0" lang="en-US" sz="1800" spc="-1" strike="noStrike">
              <a:solidFill>
                <a:srgbClr val="000000"/>
              </a:solidFill>
              <a:latin typeface="Arial"/>
            </a:endParaRPr>
          </a:p>
          <a:p>
            <a:pPr>
              <a:lnSpc>
                <a:spcPct val="100000"/>
              </a:lnSpc>
              <a:tabLst>
                <a:tab algn="l" pos="0"/>
              </a:tabLst>
            </a:pPr>
            <a:r>
              <a:rPr b="0" lang="en-US" sz="1800" spc="-1" strike="noStrike">
                <a:solidFill>
                  <a:srgbClr val="333333"/>
                </a:solidFill>
                <a:latin typeface="Arial"/>
                <a:ea typeface="Arial"/>
              </a:rPr>
              <a:t>siempre con aplicaciones.</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Google Shape;123;p17"/>
          <p:cNvSpPr/>
          <p:nvPr/>
        </p:nvSpPr>
        <p:spPr>
          <a:xfrm>
            <a:off x="0" y="0"/>
            <a:ext cx="9143640" cy="571320"/>
          </a:xfrm>
          <a:prstGeom prst="rect">
            <a:avLst/>
          </a:prstGeom>
          <a:solidFill>
            <a:srgbClr val="ffdc64"/>
          </a:solidFill>
          <a:ln w="0">
            <a:noFill/>
          </a:ln>
          <a:effectLst>
            <a:outerShdw blurRad="39960" dir="5400000" dist="23040" rotWithShape="0">
              <a:srgbClr val="000000">
                <a:alpha val="35000"/>
              </a:srgbClr>
            </a:outerShdw>
          </a:effectLst>
        </p:spPr>
        <p:style>
          <a:lnRef idx="0"/>
          <a:fillRef idx="0"/>
          <a:effectRef idx="0"/>
          <a:fontRef idx="minor"/>
        </p:style>
        <p:txBody>
          <a:bodyPr anchor="ctr">
            <a:noAutofit/>
          </a:bodyPr>
          <a:p>
            <a:pPr algn="ctr">
              <a:lnSpc>
                <a:spcPct val="100000"/>
              </a:lnSpc>
              <a:tabLst>
                <a:tab algn="l" pos="0"/>
              </a:tabLst>
            </a:pPr>
            <a:endParaRPr b="0" lang="en-US" sz="1400" spc="-1" strike="noStrike">
              <a:solidFill>
                <a:srgbClr val="000000"/>
              </a:solidFill>
              <a:latin typeface="Arial"/>
            </a:endParaRPr>
          </a:p>
        </p:txBody>
      </p:sp>
      <p:sp>
        <p:nvSpPr>
          <p:cNvPr id="92" name="Google Shape;124;p17"/>
          <p:cNvSpPr/>
          <p:nvPr/>
        </p:nvSpPr>
        <p:spPr>
          <a:xfrm>
            <a:off x="254160" y="190440"/>
            <a:ext cx="5714640" cy="36540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1800" spc="-1" strike="noStrike">
                <a:solidFill>
                  <a:srgbClr val="2d2d2d"/>
                </a:solidFill>
                <a:latin typeface="Calibri"/>
                <a:ea typeface="Calibri"/>
              </a:rPr>
              <a:t>Métodos Analíticos y Programación</a:t>
            </a:r>
            <a:endParaRPr b="0" lang="en-US" sz="1800" spc="-1" strike="noStrike">
              <a:solidFill>
                <a:srgbClr val="000000"/>
              </a:solidFill>
              <a:latin typeface="Arial"/>
            </a:endParaRPr>
          </a:p>
        </p:txBody>
      </p:sp>
      <p:pic>
        <p:nvPicPr>
          <p:cNvPr id="93" name="Google Shape;125;p17" descr="di_tella2.png"/>
          <p:cNvPicPr/>
          <p:nvPr/>
        </p:nvPicPr>
        <p:blipFill>
          <a:blip r:embed="rId1"/>
          <a:stretch/>
        </p:blipFill>
        <p:spPr>
          <a:xfrm>
            <a:off x="8221320" y="31680"/>
            <a:ext cx="818280" cy="507600"/>
          </a:xfrm>
          <a:prstGeom prst="rect">
            <a:avLst/>
          </a:prstGeom>
          <a:ln w="0">
            <a:noFill/>
          </a:ln>
        </p:spPr>
      </p:pic>
      <p:sp>
        <p:nvSpPr>
          <p:cNvPr id="94" name="Google Shape;126;p17"/>
          <p:cNvSpPr/>
          <p:nvPr/>
        </p:nvSpPr>
        <p:spPr>
          <a:xfrm>
            <a:off x="0" y="6286680"/>
            <a:ext cx="9143640" cy="383760"/>
          </a:xfrm>
          <a:prstGeom prst="rect">
            <a:avLst/>
          </a:prstGeom>
          <a:solidFill>
            <a:srgbClr val="2d2d2d"/>
          </a:solidFill>
          <a:ln w="0">
            <a:noFill/>
          </a:ln>
          <a:effectLst>
            <a:outerShdw blurRad="39960" dir="5400000" dist="23040" rotWithShape="0">
              <a:srgbClr val="000000">
                <a:alpha val="35000"/>
              </a:srgbClr>
            </a:outerShdw>
          </a:effectLst>
        </p:spPr>
        <p:style>
          <a:lnRef idx="0"/>
          <a:fillRef idx="0"/>
          <a:effectRef idx="0"/>
          <a:fontRef idx="minor"/>
        </p:style>
        <p:txBody>
          <a:bodyPr anchor="ctr">
            <a:noAutofit/>
          </a:bodyPr>
          <a:p>
            <a:pPr algn="ctr">
              <a:lnSpc>
                <a:spcPct val="100000"/>
              </a:lnSpc>
              <a:tabLst>
                <a:tab algn="l" pos="0"/>
              </a:tabLst>
            </a:pPr>
            <a:endParaRPr b="0" lang="en-US" sz="1400" spc="-1" strike="noStrike">
              <a:solidFill>
                <a:srgbClr val="ffffff"/>
              </a:solidFill>
              <a:latin typeface="Arial"/>
            </a:endParaRPr>
          </a:p>
        </p:txBody>
      </p:sp>
      <p:sp>
        <p:nvSpPr>
          <p:cNvPr id="95" name="Google Shape;127;p17"/>
          <p:cNvSpPr/>
          <p:nvPr/>
        </p:nvSpPr>
        <p:spPr>
          <a:xfrm>
            <a:off x="254160" y="8508960"/>
            <a:ext cx="5714640" cy="30456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0" lang="en-US" sz="1400" spc="-1" strike="noStrike">
                <a:solidFill>
                  <a:srgbClr val="ffffff"/>
                </a:solidFill>
                <a:latin typeface="Calibri"/>
                <a:ea typeface="Calibri"/>
              </a:rPr>
              <a:t>Pablo J Piccoli Bornia</a:t>
            </a:r>
            <a:endParaRPr b="0" lang="en-US" sz="1400" spc="-1" strike="noStrike">
              <a:solidFill>
                <a:srgbClr val="000000"/>
              </a:solidFill>
              <a:latin typeface="Arial"/>
            </a:endParaRPr>
          </a:p>
        </p:txBody>
      </p:sp>
      <p:sp>
        <p:nvSpPr>
          <p:cNvPr id="96" name="Google Shape;128;p17"/>
          <p:cNvSpPr/>
          <p:nvPr/>
        </p:nvSpPr>
        <p:spPr>
          <a:xfrm>
            <a:off x="177840" y="6375240"/>
            <a:ext cx="5714640" cy="30456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0" lang="en-US" sz="1400" spc="-1" strike="noStrike">
                <a:solidFill>
                  <a:srgbClr val="ffffff"/>
                </a:solidFill>
                <a:latin typeface="Calibri"/>
                <a:ea typeface="Calibri"/>
              </a:rPr>
              <a:t>Pablo J Piccoli Bornia</a:t>
            </a:r>
            <a:endParaRPr b="0" lang="en-US" sz="1400" spc="-1" strike="noStrike">
              <a:solidFill>
                <a:srgbClr val="000000"/>
              </a:solidFill>
              <a:latin typeface="Arial"/>
            </a:endParaRPr>
          </a:p>
        </p:txBody>
      </p:sp>
      <p:sp>
        <p:nvSpPr>
          <p:cNvPr id="97" name="Google Shape;129;p17"/>
          <p:cNvSpPr/>
          <p:nvPr/>
        </p:nvSpPr>
        <p:spPr>
          <a:xfrm>
            <a:off x="160200" y="742680"/>
            <a:ext cx="8508600" cy="4273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1" lang="en-US" sz="2800" spc="-1" strike="noStrike">
                <a:solidFill>
                  <a:srgbClr val="2d2d2d"/>
                </a:solidFill>
                <a:latin typeface="Calibri"/>
                <a:ea typeface="Calibri"/>
              </a:rPr>
              <a:t>Ejercicio</a:t>
            </a:r>
            <a:endParaRPr b="0" lang="en-US" sz="2800" spc="-1" strike="noStrike">
              <a:solidFill>
                <a:srgbClr val="000000"/>
              </a:solidFill>
              <a:latin typeface="Arial"/>
            </a:endParaRPr>
          </a:p>
        </p:txBody>
      </p:sp>
      <p:sp>
        <p:nvSpPr>
          <p:cNvPr id="98" name="Google Shape;130;p17"/>
          <p:cNvSpPr/>
          <p:nvPr/>
        </p:nvSpPr>
        <p:spPr>
          <a:xfrm>
            <a:off x="210960" y="1212840"/>
            <a:ext cx="8829000" cy="49057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0" lang="en-US" sz="1800" spc="-1" strike="noStrike">
                <a:solidFill>
                  <a:schemeClr val="dk1"/>
                </a:solidFill>
                <a:latin typeface="Calibri"/>
                <a:ea typeface="Calibri"/>
              </a:rPr>
              <a:t>Implementar la función busqueda_secuencial que toma una lista, un elemento (del tipo de la lista) y devuelve </a:t>
            </a:r>
            <a:r>
              <a:rPr b="0" i="1" lang="en-US" sz="1800" spc="-1" strike="noStrike">
                <a:solidFill>
                  <a:schemeClr val="dk1"/>
                </a:solidFill>
                <a:latin typeface="Calibri"/>
                <a:ea typeface="Calibri"/>
              </a:rPr>
              <a:t>True</a:t>
            </a:r>
            <a:r>
              <a:rPr b="0" lang="en-US" sz="1800" spc="-1" strike="noStrike">
                <a:solidFill>
                  <a:schemeClr val="dk1"/>
                </a:solidFill>
                <a:latin typeface="Calibri"/>
                <a:ea typeface="Calibri"/>
              </a:rPr>
              <a:t> si el elemento está en la lista y </a:t>
            </a:r>
            <a:r>
              <a:rPr b="0" i="1" lang="en-US" sz="1800" spc="-1" strike="noStrike">
                <a:solidFill>
                  <a:schemeClr val="dk1"/>
                </a:solidFill>
                <a:latin typeface="Calibri"/>
                <a:ea typeface="Calibri"/>
              </a:rPr>
              <a:t>False</a:t>
            </a:r>
            <a:r>
              <a:rPr b="0" lang="en-US" sz="1800" spc="-1" strike="noStrike">
                <a:solidFill>
                  <a:schemeClr val="dk1"/>
                </a:solidFill>
                <a:latin typeface="Calibri"/>
                <a:ea typeface="Calibri"/>
              </a:rPr>
              <a:t> en caso contrario.</a:t>
            </a:r>
            <a:endParaRPr b="0" lang="en-US" sz="1800" spc="-1" strike="noStrike">
              <a:solidFill>
                <a:srgbClr val="000000"/>
              </a:solidFill>
              <a:latin typeface="Arial"/>
            </a:endParaRPr>
          </a:p>
          <a:p>
            <a:pPr>
              <a:lnSpc>
                <a:spcPct val="100000"/>
              </a:lnSpc>
              <a:tabLst>
                <a:tab algn="l" pos="0"/>
              </a:tabLst>
            </a:pPr>
            <a:endParaRPr b="0" lang="en-US" sz="1800" spc="-1" strike="noStrike">
              <a:solidFill>
                <a:srgbClr val="000000"/>
              </a:solidFill>
              <a:latin typeface="Arial"/>
            </a:endParaRPr>
          </a:p>
          <a:p>
            <a:pPr>
              <a:lnSpc>
                <a:spcPct val="100000"/>
              </a:lnSpc>
              <a:tabLst>
                <a:tab algn="l" pos="0"/>
              </a:tabLst>
            </a:pPr>
            <a:r>
              <a:rPr b="0" lang="en-US" sz="1600" spc="-1" strike="noStrike">
                <a:solidFill>
                  <a:schemeClr val="dk1"/>
                </a:solidFill>
                <a:latin typeface="Courier New"/>
                <a:ea typeface="Courier New"/>
              </a:rPr>
              <a:t>def busqueda_secuencial(l,elem):</a:t>
            </a:r>
            <a:endParaRPr b="0" lang="en-US" sz="1600" spc="-1" strike="noStrike">
              <a:solidFill>
                <a:srgbClr val="000000"/>
              </a:solidFill>
              <a:latin typeface="Arial"/>
            </a:endParaRPr>
          </a:p>
          <a:p>
            <a:pPr marL="457200">
              <a:lnSpc>
                <a:spcPct val="100000"/>
              </a:lnSpc>
              <a:tabLst>
                <a:tab algn="l" pos="0"/>
              </a:tabLst>
            </a:pPr>
            <a:r>
              <a:rPr b="0" lang="en-US" sz="1600" spc="-1" strike="noStrike">
                <a:solidFill>
                  <a:schemeClr val="dk1"/>
                </a:solidFill>
                <a:latin typeface="Courier New"/>
                <a:ea typeface="Courier New"/>
              </a:rPr>
              <a:t>for x in l :</a:t>
            </a:r>
            <a:endParaRPr b="0" lang="en-US" sz="1600" spc="-1" strike="noStrike">
              <a:solidFill>
                <a:srgbClr val="000000"/>
              </a:solidFill>
              <a:latin typeface="Arial"/>
            </a:endParaRPr>
          </a:p>
          <a:p>
            <a:pPr marL="914400">
              <a:lnSpc>
                <a:spcPct val="100000"/>
              </a:lnSpc>
              <a:tabLst>
                <a:tab algn="l" pos="0"/>
              </a:tabLst>
            </a:pPr>
            <a:r>
              <a:rPr b="0" lang="en-US" sz="1600" spc="-1" strike="noStrike">
                <a:solidFill>
                  <a:schemeClr val="dk1"/>
                </a:solidFill>
                <a:latin typeface="Courier New"/>
                <a:ea typeface="Courier New"/>
              </a:rPr>
              <a:t>if x == elem:</a:t>
            </a:r>
            <a:endParaRPr b="0" lang="en-US" sz="1600" spc="-1" strike="noStrike">
              <a:solidFill>
                <a:srgbClr val="000000"/>
              </a:solidFill>
              <a:latin typeface="Arial"/>
            </a:endParaRPr>
          </a:p>
          <a:p>
            <a:pPr marL="914400">
              <a:lnSpc>
                <a:spcPct val="100000"/>
              </a:lnSpc>
              <a:tabLst>
                <a:tab algn="l" pos="0"/>
              </a:tabLst>
            </a:pPr>
            <a:r>
              <a:rPr b="0" lang="en-US" sz="1600" spc="-1" strike="noStrike">
                <a:solidFill>
                  <a:schemeClr val="dk1"/>
                </a:solidFill>
                <a:latin typeface="Courier New"/>
                <a:ea typeface="Courier New"/>
              </a:rPr>
              <a:t>	</a:t>
            </a:r>
            <a:r>
              <a:rPr b="0" lang="en-US" sz="1600" spc="-1" strike="noStrike">
                <a:solidFill>
                  <a:schemeClr val="dk1"/>
                </a:solidFill>
                <a:latin typeface="Courier New"/>
                <a:ea typeface="Courier New"/>
              </a:rPr>
              <a:t>return True</a:t>
            </a:r>
            <a:endParaRPr b="0" lang="en-US" sz="1600" spc="-1" strike="noStrike">
              <a:solidFill>
                <a:srgbClr val="000000"/>
              </a:solidFill>
              <a:latin typeface="Arial"/>
            </a:endParaRPr>
          </a:p>
          <a:p>
            <a:pPr marL="457200">
              <a:lnSpc>
                <a:spcPct val="100000"/>
              </a:lnSpc>
              <a:tabLst>
                <a:tab algn="l" pos="0"/>
              </a:tabLst>
            </a:pPr>
            <a:r>
              <a:rPr b="0" lang="en-US" sz="1600" spc="-1" strike="noStrike">
                <a:solidFill>
                  <a:schemeClr val="dk1"/>
                </a:solidFill>
                <a:latin typeface="Courier New"/>
                <a:ea typeface="Courier New"/>
              </a:rPr>
              <a:t>return False</a:t>
            </a:r>
            <a:endParaRPr b="0" lang="en-US" sz="1600" spc="-1" strike="noStrike">
              <a:solidFill>
                <a:srgbClr val="000000"/>
              </a:solidFill>
              <a:latin typeface="Arial"/>
            </a:endParaRPr>
          </a:p>
          <a:p>
            <a:pPr marL="457200">
              <a:lnSpc>
                <a:spcPct val="100000"/>
              </a:lnSpc>
              <a:tabLst>
                <a:tab algn="l" pos="0"/>
              </a:tabLst>
            </a:pPr>
            <a:endParaRPr b="0" lang="en-US" sz="1600" spc="-1" strike="noStrike">
              <a:solidFill>
                <a:srgbClr val="000000"/>
              </a:solidFill>
              <a:latin typeface="Arial"/>
            </a:endParaRPr>
          </a:p>
          <a:p>
            <a:pPr>
              <a:lnSpc>
                <a:spcPct val="100000"/>
              </a:lnSpc>
              <a:tabLst>
                <a:tab algn="l" pos="0"/>
              </a:tabLst>
            </a:pPr>
            <a:r>
              <a:rPr b="0" lang="en-US" sz="1600" spc="-1" strike="noStrike">
                <a:solidFill>
                  <a:schemeClr val="dk1"/>
                </a:solidFill>
                <a:latin typeface="Courier New"/>
                <a:ea typeface="Courier New"/>
              </a:rPr>
              <a:t>def main():</a:t>
            </a:r>
            <a:endParaRPr b="0" lang="en-US" sz="1600" spc="-1" strike="noStrike">
              <a:solidFill>
                <a:srgbClr val="000000"/>
              </a:solidFill>
              <a:latin typeface="Arial"/>
            </a:endParaRPr>
          </a:p>
          <a:p>
            <a:pPr marL="457200">
              <a:lnSpc>
                <a:spcPct val="100000"/>
              </a:lnSpc>
              <a:tabLst>
                <a:tab algn="l" pos="0"/>
              </a:tabLst>
            </a:pPr>
            <a:r>
              <a:rPr b="0" lang="en-US" sz="1600" spc="-1" strike="noStrike">
                <a:solidFill>
                  <a:schemeClr val="dk1"/>
                </a:solidFill>
                <a:latin typeface="Courier New"/>
                <a:ea typeface="Courier New"/>
              </a:rPr>
              <a:t>l = [15,35,40,2,34,28,50]</a:t>
            </a:r>
            <a:endParaRPr b="0" lang="en-US" sz="1600" spc="-1" strike="noStrike">
              <a:solidFill>
                <a:srgbClr val="000000"/>
              </a:solidFill>
              <a:latin typeface="Arial"/>
            </a:endParaRPr>
          </a:p>
          <a:p>
            <a:pPr marL="457200">
              <a:lnSpc>
                <a:spcPct val="100000"/>
              </a:lnSpc>
              <a:tabLst>
                <a:tab algn="l" pos="0"/>
              </a:tabLst>
            </a:pPr>
            <a:r>
              <a:rPr b="0" lang="en-US" sz="1600" spc="-1" strike="noStrike">
                <a:solidFill>
                  <a:schemeClr val="dk1"/>
                </a:solidFill>
                <a:latin typeface="Courier New"/>
                <a:ea typeface="Courier New"/>
              </a:rPr>
              <a:t>busqueda_secuencial(l,35)</a:t>
            </a:r>
            <a:endParaRPr b="0" lang="en-US" sz="1600" spc="-1" strike="noStrike">
              <a:solidFill>
                <a:srgbClr val="000000"/>
              </a:solidFill>
              <a:latin typeface="Arial"/>
            </a:endParaRPr>
          </a:p>
          <a:p>
            <a:pPr>
              <a:lnSpc>
                <a:spcPct val="100000"/>
              </a:lnSpc>
              <a:tabLst>
                <a:tab algn="l" pos="0"/>
              </a:tabLst>
            </a:pPr>
            <a:endParaRPr b="0" lang="en-US" sz="1600" spc="-1" strike="noStrike">
              <a:solidFill>
                <a:srgbClr val="000000"/>
              </a:solidFill>
              <a:latin typeface="Arial"/>
            </a:endParaRPr>
          </a:p>
          <a:p>
            <a:pPr>
              <a:lnSpc>
                <a:spcPct val="100000"/>
              </a:lnSpc>
              <a:tabLst>
                <a:tab algn="l" pos="0"/>
              </a:tabLst>
            </a:pPr>
            <a:r>
              <a:rPr b="0" lang="en-US" sz="1800" spc="-1" strike="noStrike">
                <a:solidFill>
                  <a:schemeClr val="dk1"/>
                </a:solidFill>
                <a:latin typeface="Calibri"/>
                <a:ea typeface="Calibri"/>
              </a:rPr>
              <a:t>Algunas preguntas:</a:t>
            </a:r>
            <a:endParaRPr b="0" lang="en-US" sz="1800" spc="-1" strike="noStrike">
              <a:solidFill>
                <a:srgbClr val="000000"/>
              </a:solidFill>
              <a:latin typeface="Arial"/>
            </a:endParaRPr>
          </a:p>
          <a:p>
            <a:pPr marL="285840" indent="-285840">
              <a:lnSpc>
                <a:spcPct val="100000"/>
              </a:lnSpc>
              <a:buClr>
                <a:srgbClr val="000000"/>
              </a:buClr>
              <a:buFont typeface="Arial"/>
              <a:buChar char="•"/>
              <a:tabLst>
                <a:tab algn="l" pos="0"/>
              </a:tabLst>
            </a:pPr>
            <a:r>
              <a:rPr b="0" lang="en-US" sz="1800" spc="-1" strike="noStrike">
                <a:solidFill>
                  <a:schemeClr val="dk1"/>
                </a:solidFill>
                <a:latin typeface="Calibri"/>
                <a:ea typeface="Calibri"/>
              </a:rPr>
              <a:t>Cuántas elementos tiene que revisar el algoritmo?</a:t>
            </a:r>
            <a:endParaRPr b="0" lang="en-US" sz="1800" spc="-1" strike="noStrike">
              <a:solidFill>
                <a:srgbClr val="000000"/>
              </a:solidFill>
              <a:latin typeface="Arial"/>
            </a:endParaRPr>
          </a:p>
          <a:p>
            <a:pPr marL="285840" indent="-285840">
              <a:lnSpc>
                <a:spcPct val="100000"/>
              </a:lnSpc>
              <a:buClr>
                <a:srgbClr val="000000"/>
              </a:buClr>
              <a:buFont typeface="Arial"/>
              <a:buChar char="•"/>
              <a:tabLst>
                <a:tab algn="l" pos="0"/>
              </a:tabLst>
            </a:pPr>
            <a:r>
              <a:rPr b="0" lang="en-US" sz="1800" spc="-1" strike="noStrike">
                <a:solidFill>
                  <a:schemeClr val="dk1"/>
                </a:solidFill>
                <a:latin typeface="Calibri"/>
                <a:ea typeface="Calibri"/>
              </a:rPr>
              <a:t>Cuál es el </a:t>
            </a:r>
            <a:r>
              <a:rPr b="0" i="1" lang="en-US" sz="1800" spc="-1" strike="noStrike">
                <a:solidFill>
                  <a:schemeClr val="dk1"/>
                </a:solidFill>
                <a:latin typeface="Calibri"/>
                <a:ea typeface="Calibri"/>
              </a:rPr>
              <a:t>peor caso </a:t>
            </a:r>
            <a:r>
              <a:rPr b="0" lang="en-US" sz="1800" spc="-1" strike="noStrike">
                <a:solidFill>
                  <a:schemeClr val="dk1"/>
                </a:solidFill>
                <a:latin typeface="Calibri"/>
                <a:ea typeface="Calibri"/>
              </a:rPr>
              <a:t>de comparaciones que debe realizar?</a:t>
            </a:r>
            <a:endParaRPr b="0" lang="en-US" sz="1800" spc="-1" strike="noStrike">
              <a:solidFill>
                <a:srgbClr val="000000"/>
              </a:solidFill>
              <a:latin typeface="Arial"/>
            </a:endParaRPr>
          </a:p>
          <a:p>
            <a:pPr marL="285840" indent="-285840">
              <a:lnSpc>
                <a:spcPct val="100000"/>
              </a:lnSpc>
              <a:buClr>
                <a:srgbClr val="000000"/>
              </a:buClr>
              <a:buFont typeface="Arial"/>
              <a:buChar char="•"/>
              <a:tabLst>
                <a:tab algn="l" pos="0"/>
              </a:tabLst>
            </a:pPr>
            <a:r>
              <a:rPr b="0" lang="en-US" sz="1800" spc="-1" strike="noStrike">
                <a:solidFill>
                  <a:schemeClr val="dk1"/>
                </a:solidFill>
                <a:latin typeface="Calibri"/>
                <a:ea typeface="Calibri"/>
              </a:rPr>
              <a:t>Si la lista l estuviera ordenada de menor a mayor, podemos reutilizar la función anterior? Podemos </a:t>
            </a:r>
            <a:r>
              <a:rPr b="0" i="1" lang="en-US" sz="1800" spc="-1" strike="noStrike">
                <a:solidFill>
                  <a:schemeClr val="dk1"/>
                </a:solidFill>
                <a:latin typeface="Calibri"/>
                <a:ea typeface="Calibri"/>
              </a:rPr>
              <a:t>aprovechar </a:t>
            </a:r>
            <a:r>
              <a:rPr b="0" lang="en-US" sz="1800" spc="-1" strike="noStrike">
                <a:solidFill>
                  <a:schemeClr val="dk1"/>
                </a:solidFill>
                <a:latin typeface="Calibri"/>
                <a:ea typeface="Calibri"/>
              </a:rPr>
              <a:t>esta propiedad?</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 name="Google Shape;135;p18"/>
          <p:cNvSpPr/>
          <p:nvPr/>
        </p:nvSpPr>
        <p:spPr>
          <a:xfrm>
            <a:off x="2240640" y="3207600"/>
            <a:ext cx="3676320" cy="357480"/>
          </a:xfrm>
          <a:prstGeom prst="rect">
            <a:avLst/>
          </a:prstGeom>
          <a:noFill/>
          <a:ln w="0">
            <a:noFill/>
          </a:ln>
        </p:spPr>
        <p:style>
          <a:lnRef idx="0"/>
          <a:fillRef idx="0"/>
          <a:effectRef idx="0"/>
          <a:fontRef idx="minor"/>
        </p:style>
        <p:txBody>
          <a:bodyPr lIns="0" rIns="0" tIns="22680" bIns="0" anchor="t">
            <a:spAutoFit/>
          </a:bodyPr>
          <a:p>
            <a:pPr marL="25560">
              <a:lnSpc>
                <a:spcPct val="100000"/>
              </a:lnSpc>
              <a:tabLst>
                <a:tab algn="l" pos="0"/>
              </a:tabLst>
            </a:pPr>
            <a:r>
              <a:rPr b="0" lang="en-US" sz="2200" spc="-1" strike="noStrike" cap="small">
                <a:solidFill>
                  <a:srgbClr val="f4f2ed"/>
                </a:solidFill>
                <a:latin typeface="Tahoma"/>
                <a:ea typeface="Tahoma"/>
              </a:rPr>
              <a:t>BÚSQUEDA BINARIA</a:t>
            </a:r>
            <a:endParaRPr b="0" lang="en-US" sz="2200" spc="-1" strike="noStrike">
              <a:solidFill>
                <a:srgbClr val="000000"/>
              </a:solidFill>
              <a:latin typeface="Arial"/>
            </a:endParaRPr>
          </a:p>
        </p:txBody>
      </p:sp>
      <p:grpSp>
        <p:nvGrpSpPr>
          <p:cNvPr id="100" name="Google Shape;136;p18"/>
          <p:cNvGrpSpPr/>
          <p:nvPr/>
        </p:nvGrpSpPr>
        <p:grpSpPr>
          <a:xfrm>
            <a:off x="2260800" y="3600000"/>
            <a:ext cx="4642200" cy="50040"/>
            <a:chOff x="2260800" y="3600000"/>
            <a:chExt cx="4642200" cy="50040"/>
          </a:xfrm>
        </p:grpSpPr>
        <p:sp>
          <p:nvSpPr>
            <p:cNvPr id="101" name="Google Shape;137;p18"/>
            <p:cNvSpPr/>
            <p:nvPr/>
          </p:nvSpPr>
          <p:spPr>
            <a:xfrm>
              <a:off x="2260800" y="3600000"/>
              <a:ext cx="4642200" cy="50040"/>
            </a:xfrm>
            <a:custGeom>
              <a:avLst/>
              <a:gdLst>
                <a:gd name="textAreaLeft" fmla="*/ 0 w 4642200"/>
                <a:gd name="textAreaRight" fmla="*/ 4642560 w 4642200"/>
                <a:gd name="textAreaTop" fmla="*/ 0 h 50040"/>
                <a:gd name="textAreaBottom" fmla="*/ 50400 h 50040"/>
              </a:gdLst>
              <a:ahLst/>
              <a:rect l="textAreaLeft" t="textAreaTop" r="textAreaRight" b="textAreaBottom"/>
              <a:pathLst>
                <a:path w="2340610" h="25400">
                  <a:moveTo>
                    <a:pt x="0" y="25305"/>
                  </a:moveTo>
                  <a:lnTo>
                    <a:pt x="0" y="0"/>
                  </a:lnTo>
                  <a:lnTo>
                    <a:pt x="2340180" y="0"/>
                  </a:lnTo>
                  <a:lnTo>
                    <a:pt x="2340180" y="25305"/>
                  </a:lnTo>
                  <a:lnTo>
                    <a:pt x="0" y="25305"/>
                  </a:lnTo>
                  <a:close/>
                </a:path>
              </a:pathLst>
            </a:custGeom>
            <a:solidFill>
              <a:srgbClr val="f4f2ed"/>
            </a:solidFill>
            <a:ln w="0">
              <a:noFill/>
            </a:ln>
          </p:spPr>
          <p:style>
            <a:lnRef idx="0"/>
            <a:fillRef idx="0"/>
            <a:effectRef idx="0"/>
            <a:fontRef idx="minor"/>
          </p:style>
          <p:txBody>
            <a:bodyPr lIns="0" rIns="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02" name="Google Shape;138;p18"/>
            <p:cNvSpPr/>
            <p:nvPr/>
          </p:nvSpPr>
          <p:spPr>
            <a:xfrm>
              <a:off x="2260800" y="3600000"/>
              <a:ext cx="4642200" cy="50040"/>
            </a:xfrm>
            <a:custGeom>
              <a:avLst/>
              <a:gdLst>
                <a:gd name="textAreaLeft" fmla="*/ 0 w 4642200"/>
                <a:gd name="textAreaRight" fmla="*/ 4642560 w 4642200"/>
                <a:gd name="textAreaTop" fmla="*/ 0 h 50040"/>
                <a:gd name="textAreaBottom" fmla="*/ 50400 h 50040"/>
              </a:gdLst>
              <a:ahLst/>
              <a:rect l="textAreaLeft" t="textAreaTop" r="textAreaRight" b="textAreaBottom"/>
              <a:pathLst>
                <a:path w="2340610" h="25400">
                  <a:moveTo>
                    <a:pt x="0" y="25305"/>
                  </a:moveTo>
                  <a:lnTo>
                    <a:pt x="0" y="0"/>
                  </a:lnTo>
                  <a:lnTo>
                    <a:pt x="2340180" y="0"/>
                  </a:lnTo>
                  <a:lnTo>
                    <a:pt x="2340180" y="25305"/>
                  </a:lnTo>
                  <a:lnTo>
                    <a:pt x="0" y="25305"/>
                  </a:lnTo>
                  <a:close/>
                </a:path>
              </a:pathLst>
            </a:custGeom>
            <a:noFill/>
            <a:ln w="18875">
              <a:solidFill>
                <a:srgbClr val="f4f2ed"/>
              </a:solidFill>
              <a:round/>
            </a:ln>
          </p:spPr>
          <p:style>
            <a:lnRef idx="0"/>
            <a:fillRef idx="0"/>
            <a:effectRef idx="0"/>
            <a:fontRef idx="minor"/>
          </p:style>
          <p:txBody>
            <a:bodyPr lIns="0" rIns="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03" name="Google Shape;139;p18"/>
            <p:cNvSpPr/>
            <p:nvPr/>
          </p:nvSpPr>
          <p:spPr>
            <a:xfrm>
              <a:off x="2260800" y="3600000"/>
              <a:ext cx="2421720" cy="50040"/>
            </a:xfrm>
            <a:custGeom>
              <a:avLst/>
              <a:gdLst>
                <a:gd name="textAreaLeft" fmla="*/ 0 w 2421720"/>
                <a:gd name="textAreaRight" fmla="*/ 2422080 w 2421720"/>
                <a:gd name="textAreaTop" fmla="*/ 0 h 50040"/>
                <a:gd name="textAreaBottom" fmla="*/ 50400 h 50040"/>
              </a:gdLst>
              <a:ahLst/>
              <a:rect l="textAreaLeft" t="textAreaTop" r="textAreaRight" b="textAreaBottom"/>
              <a:pathLst>
                <a:path w="1221105" h="25400">
                  <a:moveTo>
                    <a:pt x="0" y="25305"/>
                  </a:moveTo>
                  <a:lnTo>
                    <a:pt x="0" y="0"/>
                  </a:lnTo>
                  <a:lnTo>
                    <a:pt x="1220943" y="0"/>
                  </a:lnTo>
                  <a:lnTo>
                    <a:pt x="1220943" y="25305"/>
                  </a:lnTo>
                  <a:lnTo>
                    <a:pt x="0" y="25305"/>
                  </a:lnTo>
                  <a:close/>
                </a:path>
              </a:pathLst>
            </a:custGeom>
            <a:solidFill>
              <a:srgbClr val="006dbf"/>
            </a:solidFill>
            <a:ln w="0">
              <a:noFill/>
            </a:ln>
          </p:spPr>
          <p:style>
            <a:lnRef idx="0"/>
            <a:fillRef idx="0"/>
            <a:effectRef idx="0"/>
            <a:fontRef idx="minor"/>
          </p:style>
          <p:txBody>
            <a:bodyPr lIns="0" rIns="0" tIns="0" bIns="0" anchor="t">
              <a:noAutofit/>
            </a:bodyPr>
            <a:p>
              <a:pPr>
                <a:lnSpc>
                  <a:spcPct val="100000"/>
                </a:lnSpc>
                <a:tabLst>
                  <a:tab algn="l" pos="0"/>
                </a:tabLst>
              </a:pPr>
              <a:endParaRPr b="0" lang="en-US" sz="1400" spc="-1" strike="noStrike">
                <a:solidFill>
                  <a:srgbClr val="ffffff"/>
                </a:solidFill>
                <a:latin typeface="Arial"/>
              </a:endParaRPr>
            </a:p>
          </p:txBody>
        </p:sp>
        <p:sp>
          <p:nvSpPr>
            <p:cNvPr id="104" name="Google Shape;140;p18"/>
            <p:cNvSpPr/>
            <p:nvPr/>
          </p:nvSpPr>
          <p:spPr>
            <a:xfrm>
              <a:off x="2260800" y="3600000"/>
              <a:ext cx="2421720" cy="50040"/>
            </a:xfrm>
            <a:custGeom>
              <a:avLst/>
              <a:gdLst>
                <a:gd name="textAreaLeft" fmla="*/ 0 w 2421720"/>
                <a:gd name="textAreaRight" fmla="*/ 2422080 w 2421720"/>
                <a:gd name="textAreaTop" fmla="*/ 0 h 50040"/>
                <a:gd name="textAreaBottom" fmla="*/ 50400 h 50040"/>
              </a:gdLst>
              <a:ahLst/>
              <a:rect l="textAreaLeft" t="textAreaTop" r="textAreaRight" b="textAreaBottom"/>
              <a:pathLst>
                <a:path w="1221105" h="25400">
                  <a:moveTo>
                    <a:pt x="0" y="25305"/>
                  </a:moveTo>
                  <a:lnTo>
                    <a:pt x="0" y="0"/>
                  </a:lnTo>
                  <a:lnTo>
                    <a:pt x="1220943" y="0"/>
                  </a:lnTo>
                  <a:lnTo>
                    <a:pt x="1220943" y="25305"/>
                  </a:lnTo>
                  <a:lnTo>
                    <a:pt x="0" y="25305"/>
                  </a:lnTo>
                  <a:close/>
                </a:path>
              </a:pathLst>
            </a:custGeom>
            <a:solidFill>
              <a:srgbClr val="ffd966"/>
            </a:solidFill>
            <a:ln w="18875">
              <a:solidFill>
                <a:srgbClr val="f1c232"/>
              </a:solidFill>
              <a:round/>
            </a:ln>
          </p:spPr>
          <p:style>
            <a:lnRef idx="0"/>
            <a:fillRef idx="0"/>
            <a:effectRef idx="0"/>
            <a:fontRef idx="minor"/>
          </p:style>
          <p:txBody>
            <a:bodyPr lIns="0" rIns="0" tIns="0" bIns="0" anchor="t">
              <a:noAutofit/>
            </a:bodyPr>
            <a:p>
              <a:pPr>
                <a:lnSpc>
                  <a:spcPct val="100000"/>
                </a:lnSpc>
                <a:tabLst>
                  <a:tab algn="l" pos="0"/>
                </a:tabLst>
              </a:pPr>
              <a:endParaRPr b="0" lang="en-US" sz="1400" spc="-1" strike="noStrike">
                <a:solidFill>
                  <a:srgbClr val="000000"/>
                </a:solidFill>
                <a:latin typeface="Arial"/>
              </a:endParaRPr>
            </a:p>
          </p:txBody>
        </p:sp>
      </p:grpSp>
    </p:spTree>
  </p:cSld>
  <p:transition>
    <p:fade thruBlk="true"/>
  </p:transition>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Google Shape;145;p19"/>
          <p:cNvSpPr/>
          <p:nvPr/>
        </p:nvSpPr>
        <p:spPr>
          <a:xfrm>
            <a:off x="0" y="0"/>
            <a:ext cx="9143640" cy="548280"/>
          </a:xfrm>
          <a:prstGeom prst="rect">
            <a:avLst/>
          </a:prstGeom>
          <a:solidFill>
            <a:srgbClr val="ffd966"/>
          </a:solidFill>
          <a:ln w="0">
            <a:noFill/>
          </a:ln>
          <a:effectLst>
            <a:outerShdw blurRad="39960" dir="5400000" dist="23040" rotWithShape="0">
              <a:srgbClr val="000000">
                <a:alpha val="35000"/>
              </a:srgbClr>
            </a:outerShdw>
          </a:effectLst>
        </p:spPr>
        <p:style>
          <a:lnRef idx="0"/>
          <a:fillRef idx="0"/>
          <a:effectRef idx="0"/>
          <a:fontRef idx="minor"/>
        </p:style>
        <p:txBody>
          <a:bodyPr anchor="ctr">
            <a:noAutofit/>
          </a:bodyPr>
          <a:p>
            <a:pPr algn="ctr">
              <a:lnSpc>
                <a:spcPct val="100000"/>
              </a:lnSpc>
              <a:tabLst>
                <a:tab algn="l" pos="0"/>
              </a:tabLst>
            </a:pPr>
            <a:endParaRPr b="0" lang="en-US" sz="1400" spc="-1" strike="noStrike">
              <a:solidFill>
                <a:srgbClr val="000000"/>
              </a:solidFill>
              <a:latin typeface="Arial"/>
            </a:endParaRPr>
          </a:p>
        </p:txBody>
      </p:sp>
      <p:sp>
        <p:nvSpPr>
          <p:cNvPr id="106" name="Google Shape;146;p19"/>
          <p:cNvSpPr/>
          <p:nvPr/>
        </p:nvSpPr>
        <p:spPr>
          <a:xfrm>
            <a:off x="0" y="6492240"/>
            <a:ext cx="9143640" cy="365400"/>
          </a:xfrm>
          <a:prstGeom prst="rect">
            <a:avLst/>
          </a:prstGeom>
          <a:solidFill>
            <a:srgbClr val="282828"/>
          </a:solidFill>
          <a:ln w="9525">
            <a:solidFill>
              <a:srgbClr val="4a7dba"/>
            </a:solidFill>
            <a:round/>
          </a:ln>
          <a:effectLst>
            <a:outerShdw blurRad="39960" dir="5400000" dist="23040" rotWithShape="0">
              <a:srgbClr val="000000">
                <a:alpha val="35000"/>
              </a:srgbClr>
            </a:outerShdw>
          </a:effectLst>
        </p:spPr>
        <p:style>
          <a:lnRef idx="0"/>
          <a:fillRef idx="0"/>
          <a:effectRef idx="0"/>
          <a:fontRef idx="minor"/>
        </p:style>
        <p:txBody>
          <a:bodyPr anchor="ctr">
            <a:noAutofit/>
          </a:bodyPr>
          <a:p>
            <a:pPr algn="ctr">
              <a:lnSpc>
                <a:spcPct val="100000"/>
              </a:lnSpc>
              <a:tabLst>
                <a:tab algn="l" pos="0"/>
              </a:tabLst>
            </a:pPr>
            <a:endParaRPr b="0" lang="en-US" sz="1400" spc="-1" strike="noStrike">
              <a:solidFill>
                <a:srgbClr val="ffffff"/>
              </a:solidFill>
              <a:latin typeface="Arial"/>
            </a:endParaRPr>
          </a:p>
        </p:txBody>
      </p:sp>
      <p:graphicFrame>
        <p:nvGraphicFramePr>
          <p:cNvPr id="107" name="Google Shape;147;p19"/>
          <p:cNvGraphicFramePr/>
          <p:nvPr/>
        </p:nvGraphicFramePr>
        <p:xfrm>
          <a:off x="1225080" y="1531080"/>
          <a:ext cx="6522120" cy="1006560"/>
        </p:xfrm>
        <a:graphic>
          <a:graphicData uri="http://schemas.openxmlformats.org/drawingml/2006/table">
            <a:tbl>
              <a:tblPr/>
              <a:tblGrid>
                <a:gridCol w="1000440"/>
                <a:gridCol w="5521320"/>
              </a:tblGrid>
              <a:tr h="365400">
                <a:tc>
                  <a:txBody>
                    <a:bodyPr anchor="t">
                      <a:noAutofit/>
                    </a:bodyPr>
                    <a:p>
                      <a:pPr algn="ctr">
                        <a:lnSpc>
                          <a:spcPct val="100000"/>
                        </a:lnSpc>
                        <a:tabLst>
                          <a:tab algn="l" pos="0"/>
                        </a:tabLst>
                      </a:pPr>
                      <a:r>
                        <a:rPr b="1" lang="en-US" sz="1800" spc="-1" strike="noStrike">
                          <a:solidFill>
                            <a:schemeClr val="lt1"/>
                          </a:solidFill>
                          <a:latin typeface="Arial"/>
                          <a:ea typeface="Arial"/>
                        </a:rPr>
                        <a:t>l</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algn="ctr">
                        <a:lnSpc>
                          <a:spcPct val="100000"/>
                        </a:lnSpc>
                        <a:tabLst>
                          <a:tab algn="l" pos="0"/>
                        </a:tabLst>
                      </a:pPr>
                      <a:r>
                        <a:rPr b="0" lang="en-US" sz="1800" spc="-1" strike="noStrike">
                          <a:solidFill>
                            <a:schemeClr val="lt1"/>
                          </a:solidFill>
                          <a:latin typeface="Calibri"/>
                          <a:ea typeface="Calibri"/>
                        </a:rPr>
                        <a:t>[2,    15,     28,     34,     35,     40,     50]</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365400">
                <a:tc>
                  <a:txBody>
                    <a:bodyPr anchor="t">
                      <a:noAutofit/>
                    </a:bodyPr>
                    <a:p>
                      <a:pPr algn="ctr">
                        <a:lnSpc>
                          <a:spcPct val="100000"/>
                        </a:lnSpc>
                        <a:tabLst>
                          <a:tab algn="l" pos="0"/>
                        </a:tabLst>
                      </a:pPr>
                      <a:r>
                        <a:rPr b="0" lang="en-US" sz="1800" spc="-1" strike="noStrike">
                          <a:solidFill>
                            <a:schemeClr val="dk1"/>
                          </a:solidFill>
                          <a:latin typeface="Arial"/>
                          <a:ea typeface="Arial"/>
                        </a:rPr>
                        <a:t>posición</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cfd7e7"/>
                    </a:solidFill>
                  </a:tcPr>
                </a:tc>
                <a:tc>
                  <a:txBody>
                    <a:bodyPr anchor="t">
                      <a:noAutofit/>
                    </a:bodyPr>
                    <a:p>
                      <a:pPr algn="ctr">
                        <a:lnSpc>
                          <a:spcPct val="100000"/>
                        </a:lnSpc>
                        <a:tabLst>
                          <a:tab algn="l" pos="0"/>
                        </a:tabLst>
                      </a:pPr>
                      <a:r>
                        <a:rPr b="0" lang="en-US" sz="1800" spc="-1" strike="noStrike">
                          <a:solidFill>
                            <a:schemeClr val="dk1"/>
                          </a:solidFill>
                          <a:latin typeface="Arial"/>
                          <a:ea typeface="Arial"/>
                        </a:rPr>
                        <a:t>0        1        2       3        4        5        6 </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cfd7e7"/>
                    </a:solidFill>
                  </a:tcPr>
                </a:tc>
              </a:tr>
            </a:tbl>
          </a:graphicData>
        </a:graphic>
      </p:graphicFrame>
      <p:sp>
        <p:nvSpPr>
          <p:cNvPr id="108" name="Google Shape;148;p19"/>
          <p:cNvSpPr/>
          <p:nvPr/>
        </p:nvSpPr>
        <p:spPr>
          <a:xfrm>
            <a:off x="431280" y="2427120"/>
            <a:ext cx="8470800" cy="91404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0" lang="en-US" sz="1800" spc="-1" strike="noStrike">
                <a:solidFill>
                  <a:schemeClr val="dk1"/>
                </a:solidFill>
                <a:latin typeface="Calibri"/>
                <a:ea typeface="Calibri"/>
              </a:rPr>
              <a:t>y queremos ver si el elemento 35 está en la lista. Una forma alternativa es pensar el problema como tratar de obtener la posición en la que se encuentra (si es que está).</a:t>
            </a:r>
            <a:endParaRPr b="0" lang="en-US" sz="1800" spc="-1" strike="noStrike">
              <a:solidFill>
                <a:srgbClr val="000000"/>
              </a:solidFill>
              <a:latin typeface="Arial"/>
            </a:endParaRPr>
          </a:p>
        </p:txBody>
      </p:sp>
      <p:pic>
        <p:nvPicPr>
          <p:cNvPr id="109" name="Google Shape;149;p19" descr="di_tella2.png"/>
          <p:cNvPicPr/>
          <p:nvPr/>
        </p:nvPicPr>
        <p:blipFill>
          <a:blip r:embed="rId1"/>
          <a:stretch/>
        </p:blipFill>
        <p:spPr>
          <a:xfrm>
            <a:off x="8325360" y="20160"/>
            <a:ext cx="818280" cy="507600"/>
          </a:xfrm>
          <a:prstGeom prst="rect">
            <a:avLst/>
          </a:prstGeom>
          <a:ln w="0">
            <a:noFill/>
          </a:ln>
        </p:spPr>
      </p:pic>
      <p:sp>
        <p:nvSpPr>
          <p:cNvPr id="110" name="Google Shape;150;p19"/>
          <p:cNvSpPr/>
          <p:nvPr/>
        </p:nvSpPr>
        <p:spPr>
          <a:xfrm>
            <a:off x="254160" y="190440"/>
            <a:ext cx="5714640" cy="36540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1800" spc="-1" strike="noStrike">
                <a:solidFill>
                  <a:srgbClr val="2d2d2d"/>
                </a:solidFill>
                <a:latin typeface="Calibri"/>
                <a:ea typeface="Calibri"/>
              </a:rPr>
              <a:t>Métodos Analíticos y Programación</a:t>
            </a:r>
            <a:endParaRPr b="0" lang="en-US" sz="1800" spc="-1" strike="noStrike">
              <a:solidFill>
                <a:srgbClr val="000000"/>
              </a:solidFill>
              <a:latin typeface="Arial"/>
            </a:endParaRPr>
          </a:p>
        </p:txBody>
      </p:sp>
      <p:sp>
        <p:nvSpPr>
          <p:cNvPr id="111" name="Google Shape;151;p19"/>
          <p:cNvSpPr/>
          <p:nvPr/>
        </p:nvSpPr>
        <p:spPr>
          <a:xfrm>
            <a:off x="254160" y="6487920"/>
            <a:ext cx="5714640" cy="30456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0" lang="en-US" sz="1400" spc="-1" strike="noStrike">
                <a:solidFill>
                  <a:srgbClr val="ffffff"/>
                </a:solidFill>
                <a:latin typeface="Calibri"/>
                <a:ea typeface="Calibri"/>
              </a:rPr>
              <a:t>Pablo J Piccoli Bornia</a:t>
            </a:r>
            <a:endParaRPr b="0" lang="en-US" sz="1400" spc="-1" strike="noStrike">
              <a:solidFill>
                <a:srgbClr val="000000"/>
              </a:solidFill>
              <a:latin typeface="Arial"/>
            </a:endParaRPr>
          </a:p>
        </p:txBody>
      </p:sp>
      <p:sp>
        <p:nvSpPr>
          <p:cNvPr id="112" name="Google Shape;152;p19"/>
          <p:cNvSpPr/>
          <p:nvPr/>
        </p:nvSpPr>
        <p:spPr>
          <a:xfrm>
            <a:off x="254160" y="868680"/>
            <a:ext cx="1777320" cy="63972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0" lang="en-US" sz="1800" spc="-1" strike="noStrike">
                <a:solidFill>
                  <a:schemeClr val="dk1"/>
                </a:solidFill>
                <a:latin typeface="Calibri"/>
                <a:ea typeface="Calibri"/>
              </a:rPr>
              <a:t>Tenemos la lista l</a:t>
            </a:r>
            <a:endParaRPr b="0" lang="en-US" sz="1800" spc="-1" strike="noStrike">
              <a:solidFill>
                <a:srgbClr val="000000"/>
              </a:solidFill>
              <a:latin typeface="Arial"/>
            </a:endParaRPr>
          </a:p>
        </p:txBody>
      </p:sp>
      <p:sp>
        <p:nvSpPr>
          <p:cNvPr id="113" name="Google Shape;153;p19"/>
          <p:cNvSpPr/>
          <p:nvPr/>
        </p:nvSpPr>
        <p:spPr>
          <a:xfrm>
            <a:off x="499680" y="3238200"/>
            <a:ext cx="8470800" cy="173700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0" lang="en-US" sz="1800" spc="-1" strike="noStrike">
                <a:solidFill>
                  <a:srgbClr val="333333"/>
                </a:solidFill>
                <a:latin typeface="Arial"/>
                <a:ea typeface="Arial"/>
              </a:rPr>
              <a:t>La idea considerar una </a:t>
            </a:r>
            <a:r>
              <a:rPr b="1" lang="en-US" sz="1800" spc="-1" strike="noStrike">
                <a:solidFill>
                  <a:srgbClr val="333333"/>
                </a:solidFill>
                <a:latin typeface="Arial"/>
                <a:ea typeface="Arial"/>
              </a:rPr>
              <a:t>sucesión de intervalos</a:t>
            </a:r>
            <a:r>
              <a:rPr b="0" lang="en-US" sz="1800" spc="-1" strike="noStrike">
                <a:solidFill>
                  <a:srgbClr val="333333"/>
                </a:solidFill>
                <a:latin typeface="Arial"/>
                <a:ea typeface="Arial"/>
              </a:rPr>
              <a:t>, cada vez </a:t>
            </a:r>
            <a:r>
              <a:rPr b="1" lang="en-US" sz="1800" spc="-1" strike="noStrike">
                <a:solidFill>
                  <a:srgbClr val="333333"/>
                </a:solidFill>
                <a:latin typeface="Arial"/>
                <a:ea typeface="Arial"/>
              </a:rPr>
              <a:t>más chicos</a:t>
            </a:r>
            <a:r>
              <a:rPr b="0" lang="en-US" sz="1800" spc="-1" strike="noStrike">
                <a:solidFill>
                  <a:srgbClr val="333333"/>
                </a:solidFill>
                <a:latin typeface="Arial"/>
                <a:ea typeface="Arial"/>
              </a:rPr>
              <a:t>, tales qué si el número x (35) está en la lista entonces está contenido entre esos índices. Representamos al intervalo como </a:t>
            </a:r>
            <a:r>
              <a:rPr b="0" lang="en-US" sz="1800" spc="-1" strike="noStrike">
                <a:solidFill>
                  <a:srgbClr val="333333"/>
                </a:solidFill>
                <a:latin typeface="Inconsolata"/>
                <a:ea typeface="Inconsolata"/>
              </a:rPr>
              <a:t>[low,high]</a:t>
            </a:r>
            <a:endParaRPr b="0" lang="en-US" sz="1800" spc="-1" strike="noStrike">
              <a:solidFill>
                <a:srgbClr val="000000"/>
              </a:solidFill>
              <a:latin typeface="Arial"/>
            </a:endParaRPr>
          </a:p>
          <a:p>
            <a:pPr>
              <a:lnSpc>
                <a:spcPct val="100000"/>
              </a:lnSpc>
              <a:tabLst>
                <a:tab algn="l" pos="0"/>
              </a:tabLst>
            </a:pPr>
            <a:endParaRPr b="0" lang="en-US" sz="1800" spc="-1" strike="noStrike">
              <a:solidFill>
                <a:srgbClr val="000000"/>
              </a:solidFill>
              <a:latin typeface="Arial"/>
            </a:endParaRPr>
          </a:p>
          <a:p>
            <a:pPr>
              <a:lnSpc>
                <a:spcPct val="100000"/>
              </a:lnSpc>
              <a:tabLst>
                <a:tab algn="l" pos="0"/>
              </a:tabLst>
            </a:pPr>
            <a:r>
              <a:rPr b="1" lang="en-US" sz="1800" spc="-1" strike="noStrike">
                <a:solidFill>
                  <a:srgbClr val="333333"/>
                </a:solidFill>
                <a:latin typeface="Arial"/>
                <a:ea typeface="Arial"/>
              </a:rPr>
              <a:t>Inicialmente: </a:t>
            </a:r>
            <a:r>
              <a:rPr b="0" lang="en-US" sz="1800" spc="-1" strike="noStrike">
                <a:solidFill>
                  <a:srgbClr val="333333"/>
                </a:solidFill>
                <a:latin typeface="Arial"/>
                <a:ea typeface="Arial"/>
              </a:rPr>
              <a:t>el intervalo toma </a:t>
            </a:r>
            <a:r>
              <a:rPr b="0" lang="en-US" sz="1800" spc="-1" strike="noStrike">
                <a:solidFill>
                  <a:srgbClr val="c00040"/>
                </a:solidFill>
                <a:latin typeface="Arial"/>
                <a:ea typeface="Arial"/>
              </a:rPr>
              <a:t>toda la lista</a:t>
            </a:r>
            <a:r>
              <a:rPr b="0" lang="en-US" sz="1800" spc="-1" strike="noStrike">
                <a:solidFill>
                  <a:srgbClr val="333333"/>
                </a:solidFill>
                <a:latin typeface="Arial"/>
                <a:ea typeface="Arial"/>
              </a:rPr>
              <a:t>. Es decir, </a:t>
            </a:r>
            <a:r>
              <a:rPr b="0" i="1" lang="en-US" sz="1800" spc="-1" strike="noStrike">
                <a:solidFill>
                  <a:srgbClr val="333333"/>
                </a:solidFill>
                <a:latin typeface="Inconsolata"/>
                <a:ea typeface="Inconsolata"/>
              </a:rPr>
              <a:t>low</a:t>
            </a:r>
            <a:r>
              <a:rPr b="0" lang="en-US" sz="1800" spc="-1" strike="noStrike">
                <a:solidFill>
                  <a:srgbClr val="333333"/>
                </a:solidFill>
                <a:latin typeface="Inconsolata"/>
                <a:ea typeface="Inconsolata"/>
              </a:rPr>
              <a:t> = 0</a:t>
            </a:r>
            <a:r>
              <a:rPr b="0" lang="en-US" sz="1800" spc="-1" strike="noStrike">
                <a:solidFill>
                  <a:srgbClr val="333333"/>
                </a:solidFill>
                <a:latin typeface="Arial"/>
                <a:ea typeface="Arial"/>
              </a:rPr>
              <a:t>, </a:t>
            </a:r>
            <a:r>
              <a:rPr b="0" i="1" lang="en-US" sz="1800" spc="-1" strike="noStrike">
                <a:solidFill>
                  <a:srgbClr val="333333"/>
                </a:solidFill>
                <a:latin typeface="Inconsolata"/>
                <a:ea typeface="Inconsolata"/>
              </a:rPr>
              <a:t>high</a:t>
            </a:r>
            <a:r>
              <a:rPr b="0" lang="en-US" sz="1800" spc="-1" strike="noStrike">
                <a:solidFill>
                  <a:srgbClr val="333333"/>
                </a:solidFill>
                <a:latin typeface="Inconsolata"/>
                <a:ea typeface="Inconsolata"/>
              </a:rPr>
              <a:t> = 6</a:t>
            </a:r>
            <a:r>
              <a:rPr b="0" lang="en-US" sz="1800" spc="-1" strike="noStrike">
                <a:solidFill>
                  <a:srgbClr val="333333"/>
                </a:solidFill>
                <a:latin typeface="Arial"/>
                <a:ea typeface="Arial"/>
              </a:rPr>
              <a:t>. Si el</a:t>
            </a:r>
            <a:endParaRPr b="0" lang="en-US" sz="1800" spc="-1" strike="noStrike">
              <a:solidFill>
                <a:srgbClr val="000000"/>
              </a:solidFill>
              <a:latin typeface="Arial"/>
            </a:endParaRPr>
          </a:p>
          <a:p>
            <a:pPr>
              <a:lnSpc>
                <a:spcPct val="100000"/>
              </a:lnSpc>
              <a:tabLst>
                <a:tab algn="l" pos="0"/>
              </a:tabLst>
            </a:pPr>
            <a:r>
              <a:rPr b="0" lang="en-US" sz="1800" spc="-1" strike="noStrike">
                <a:solidFill>
                  <a:srgbClr val="c00040"/>
                </a:solidFill>
                <a:latin typeface="Arial"/>
                <a:ea typeface="Arial"/>
              </a:rPr>
              <a:t>35 está en </a:t>
            </a:r>
            <a:r>
              <a:rPr b="0" lang="en-US" sz="1800" spc="-1" strike="noStrike">
                <a:solidFill>
                  <a:srgbClr val="c00040"/>
                </a:solidFill>
                <a:latin typeface="Inconsolata"/>
                <a:ea typeface="Inconsolata"/>
              </a:rPr>
              <a:t>l</a:t>
            </a:r>
            <a:r>
              <a:rPr b="0" lang="en-US" sz="1800" spc="-1" strike="noStrike">
                <a:solidFill>
                  <a:srgbClr val="333333"/>
                </a:solidFill>
                <a:latin typeface="Arial"/>
                <a:ea typeface="Arial"/>
              </a:rPr>
              <a:t>, entonces </a:t>
            </a:r>
            <a:r>
              <a:rPr b="0" lang="en-US" sz="1800" spc="-1" strike="noStrike">
                <a:solidFill>
                  <a:srgbClr val="c00040"/>
                </a:solidFill>
                <a:latin typeface="Arial"/>
                <a:ea typeface="Arial"/>
              </a:rPr>
              <a:t>el índice del mismo está en ese intervalo</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Google Shape;158;p20"/>
          <p:cNvSpPr/>
          <p:nvPr/>
        </p:nvSpPr>
        <p:spPr>
          <a:xfrm>
            <a:off x="0" y="0"/>
            <a:ext cx="9143640" cy="548280"/>
          </a:xfrm>
          <a:prstGeom prst="rect">
            <a:avLst/>
          </a:prstGeom>
          <a:solidFill>
            <a:srgbClr val="ffd966"/>
          </a:solidFill>
          <a:ln w="0">
            <a:noFill/>
          </a:ln>
          <a:effectLst>
            <a:outerShdw blurRad="39960" dir="5400000" dist="23040" rotWithShape="0">
              <a:srgbClr val="000000">
                <a:alpha val="35000"/>
              </a:srgbClr>
            </a:outerShdw>
          </a:effectLst>
        </p:spPr>
        <p:style>
          <a:lnRef idx="0"/>
          <a:fillRef idx="0"/>
          <a:effectRef idx="0"/>
          <a:fontRef idx="minor"/>
        </p:style>
        <p:txBody>
          <a:bodyPr anchor="ctr">
            <a:noAutofit/>
          </a:bodyPr>
          <a:p>
            <a:pPr algn="ctr">
              <a:lnSpc>
                <a:spcPct val="100000"/>
              </a:lnSpc>
              <a:tabLst>
                <a:tab algn="l" pos="0"/>
              </a:tabLst>
            </a:pPr>
            <a:endParaRPr b="0" lang="en-US" sz="1400" spc="-1" strike="noStrike">
              <a:solidFill>
                <a:srgbClr val="000000"/>
              </a:solidFill>
              <a:latin typeface="Arial"/>
            </a:endParaRPr>
          </a:p>
        </p:txBody>
      </p:sp>
      <p:sp>
        <p:nvSpPr>
          <p:cNvPr id="115" name="Google Shape;159;p20"/>
          <p:cNvSpPr/>
          <p:nvPr/>
        </p:nvSpPr>
        <p:spPr>
          <a:xfrm>
            <a:off x="0" y="6492240"/>
            <a:ext cx="9143640" cy="365400"/>
          </a:xfrm>
          <a:prstGeom prst="rect">
            <a:avLst/>
          </a:prstGeom>
          <a:solidFill>
            <a:srgbClr val="282828"/>
          </a:solidFill>
          <a:ln w="9525">
            <a:solidFill>
              <a:srgbClr val="4a7dba"/>
            </a:solidFill>
            <a:round/>
          </a:ln>
          <a:effectLst>
            <a:outerShdw blurRad="39960" dir="5400000" dist="23040" rotWithShape="0">
              <a:srgbClr val="000000">
                <a:alpha val="35000"/>
              </a:srgbClr>
            </a:outerShdw>
          </a:effectLst>
        </p:spPr>
        <p:style>
          <a:lnRef idx="0"/>
          <a:fillRef idx="0"/>
          <a:effectRef idx="0"/>
          <a:fontRef idx="minor"/>
        </p:style>
        <p:txBody>
          <a:bodyPr anchor="ctr">
            <a:noAutofit/>
          </a:bodyPr>
          <a:p>
            <a:pPr algn="ctr">
              <a:lnSpc>
                <a:spcPct val="100000"/>
              </a:lnSpc>
              <a:tabLst>
                <a:tab algn="l" pos="0"/>
              </a:tabLst>
            </a:pPr>
            <a:endParaRPr b="0" lang="en-US" sz="1400" spc="-1" strike="noStrike">
              <a:solidFill>
                <a:srgbClr val="ffffff"/>
              </a:solidFill>
              <a:latin typeface="Arial"/>
            </a:endParaRPr>
          </a:p>
        </p:txBody>
      </p:sp>
      <p:sp>
        <p:nvSpPr>
          <p:cNvPr id="116" name="Google Shape;160;p20"/>
          <p:cNvSpPr/>
          <p:nvPr/>
        </p:nvSpPr>
        <p:spPr>
          <a:xfrm>
            <a:off x="254160" y="981360"/>
            <a:ext cx="8724240" cy="5577480"/>
          </a:xfrm>
          <a:prstGeom prst="rect">
            <a:avLst/>
          </a:prstGeom>
          <a:noFill/>
          <a:ln w="0">
            <a:noFill/>
          </a:ln>
        </p:spPr>
        <p:style>
          <a:lnRef idx="0"/>
          <a:fillRef idx="0"/>
          <a:effectRef idx="0"/>
          <a:fontRef idx="minor"/>
        </p:style>
        <p:txBody>
          <a:bodyPr anchor="t">
            <a:spAutoFit/>
          </a:bodyPr>
          <a:p>
            <a:pPr>
              <a:lnSpc>
                <a:spcPct val="100000"/>
              </a:lnSpc>
              <a:tabLst>
                <a:tab algn="l" pos="0"/>
              </a:tabLst>
            </a:pPr>
            <a:endParaRPr b="0" lang="en-US" sz="1800" spc="-1" strike="noStrike">
              <a:solidFill>
                <a:srgbClr val="000000"/>
              </a:solidFill>
              <a:latin typeface="Arial"/>
            </a:endParaRPr>
          </a:p>
          <a:p>
            <a:pPr>
              <a:lnSpc>
                <a:spcPct val="100000"/>
              </a:lnSpc>
              <a:tabLst>
                <a:tab algn="l" pos="0"/>
              </a:tabLst>
            </a:pPr>
            <a:r>
              <a:rPr b="0" lang="en-US" sz="1800" spc="-1" strike="noStrike">
                <a:solidFill>
                  <a:schemeClr val="dk1"/>
                </a:solidFill>
                <a:latin typeface="Calibri"/>
                <a:ea typeface="Calibri"/>
              </a:rPr>
              <a:t>Inicialmente: low = 0, high = 6. Si el 35 está en l, entonces el índice del mismo está en el intervalo [low,high].</a:t>
            </a:r>
            <a:endParaRPr b="0" lang="en-US" sz="1800" spc="-1" strike="noStrike">
              <a:solidFill>
                <a:srgbClr val="000000"/>
              </a:solidFill>
              <a:latin typeface="Arial"/>
            </a:endParaRPr>
          </a:p>
          <a:p>
            <a:pPr>
              <a:lnSpc>
                <a:spcPct val="100000"/>
              </a:lnSpc>
              <a:tabLst>
                <a:tab algn="l" pos="0"/>
              </a:tabLst>
            </a:pPr>
            <a:endParaRPr b="0" lang="en-US" sz="1800" spc="-1" strike="noStrike">
              <a:solidFill>
                <a:srgbClr val="000000"/>
              </a:solidFill>
              <a:latin typeface="Arial"/>
            </a:endParaRPr>
          </a:p>
          <a:p>
            <a:pPr>
              <a:lnSpc>
                <a:spcPct val="100000"/>
              </a:lnSpc>
              <a:tabLst>
                <a:tab algn="l" pos="0"/>
              </a:tabLst>
            </a:pPr>
            <a:r>
              <a:rPr b="1" lang="en-US" sz="1800" spc="-1" strike="noStrike">
                <a:solidFill>
                  <a:schemeClr val="dk1"/>
                </a:solidFill>
                <a:latin typeface="Calibri"/>
                <a:ea typeface="Calibri"/>
              </a:rPr>
              <a:t>L              </a:t>
            </a:r>
            <a:r>
              <a:rPr b="0" lang="en-US" sz="1800" spc="-1" strike="noStrike">
                <a:solidFill>
                  <a:schemeClr val="dk1"/>
                </a:solidFill>
                <a:latin typeface="Calibri"/>
                <a:ea typeface="Calibri"/>
              </a:rPr>
              <a:t>[2,    15,     28,     34,     35,     40,     50]</a:t>
            </a:r>
            <a:endParaRPr b="0" lang="en-US" sz="1800" spc="-1" strike="noStrike">
              <a:solidFill>
                <a:srgbClr val="000000"/>
              </a:solidFill>
              <a:latin typeface="Arial"/>
            </a:endParaRPr>
          </a:p>
          <a:p>
            <a:pPr>
              <a:lnSpc>
                <a:spcPct val="100000"/>
              </a:lnSpc>
              <a:tabLst>
                <a:tab algn="l" pos="0"/>
              </a:tabLst>
            </a:pPr>
            <a:r>
              <a:rPr b="0" lang="en-US" sz="1800" spc="-1" strike="noStrike">
                <a:solidFill>
                  <a:schemeClr val="dk1"/>
                </a:solidFill>
                <a:latin typeface="Calibri"/>
                <a:ea typeface="Calibri"/>
              </a:rPr>
              <a:t>Posición  </a:t>
            </a:r>
            <a:r>
              <a:rPr b="0" lang="en-US" sz="1800" spc="-1" strike="noStrike">
                <a:solidFill>
                  <a:srgbClr val="ff0000"/>
                </a:solidFill>
                <a:latin typeface="Calibri"/>
                <a:ea typeface="Calibri"/>
              </a:rPr>
              <a:t>0        1        2       3        4        5        6 </a:t>
            </a:r>
            <a:endParaRPr b="0" lang="en-US" sz="1800" spc="-1" strike="noStrike">
              <a:solidFill>
                <a:srgbClr val="000000"/>
              </a:solidFill>
              <a:latin typeface="Arial"/>
            </a:endParaRPr>
          </a:p>
          <a:p>
            <a:pPr>
              <a:lnSpc>
                <a:spcPct val="100000"/>
              </a:lnSpc>
              <a:tabLst>
                <a:tab algn="l" pos="0"/>
              </a:tabLst>
            </a:pPr>
            <a:r>
              <a:rPr b="0" lang="en-US" sz="1800" spc="-1" strike="noStrike">
                <a:solidFill>
                  <a:schemeClr val="dk1"/>
                </a:solidFill>
                <a:latin typeface="Calibri"/>
                <a:ea typeface="Calibri"/>
              </a:rPr>
              <a:t>                </a:t>
            </a:r>
            <a:r>
              <a:rPr b="0" lang="en-US" sz="1800" spc="-1" strike="noStrike">
                <a:solidFill>
                  <a:srgbClr val="ff0000"/>
                </a:solidFill>
                <a:latin typeface="Calibri"/>
                <a:ea typeface="Calibri"/>
              </a:rPr>
              <a:t>low                                                      high</a:t>
            </a:r>
            <a:endParaRPr b="0" lang="en-US" sz="1800" spc="-1" strike="noStrike">
              <a:solidFill>
                <a:srgbClr val="000000"/>
              </a:solidFill>
              <a:latin typeface="Arial"/>
            </a:endParaRPr>
          </a:p>
          <a:p>
            <a:pPr>
              <a:lnSpc>
                <a:spcPct val="100000"/>
              </a:lnSpc>
              <a:tabLst>
                <a:tab algn="l" pos="0"/>
              </a:tabLst>
            </a:pPr>
            <a:endParaRPr b="0" lang="en-US" sz="1800" spc="-1" strike="noStrike">
              <a:solidFill>
                <a:srgbClr val="000000"/>
              </a:solidFill>
              <a:latin typeface="Arial"/>
            </a:endParaRPr>
          </a:p>
          <a:p>
            <a:pPr>
              <a:lnSpc>
                <a:spcPct val="100000"/>
              </a:lnSpc>
              <a:tabLst>
                <a:tab algn="l" pos="0"/>
              </a:tabLst>
            </a:pPr>
            <a:r>
              <a:rPr b="0" lang="en-US" sz="1800" spc="-1" strike="noStrike">
                <a:solidFill>
                  <a:schemeClr val="dk1"/>
                </a:solidFill>
                <a:latin typeface="Calibri"/>
                <a:ea typeface="Calibri"/>
              </a:rPr>
              <a:t>Ahora, partimos el intervalo a la mitad tomando el elemento ubicado en el medio, mid = (0 + 6)/2 = 3, y analizamos el elemento en esa posición.</a:t>
            </a:r>
            <a:endParaRPr b="0" lang="en-US" sz="1800" spc="-1" strike="noStrike">
              <a:solidFill>
                <a:srgbClr val="000000"/>
              </a:solidFill>
              <a:latin typeface="Arial"/>
            </a:endParaRPr>
          </a:p>
          <a:p>
            <a:pPr>
              <a:lnSpc>
                <a:spcPct val="100000"/>
              </a:lnSpc>
              <a:tabLst>
                <a:tab algn="l" pos="0"/>
              </a:tabLst>
            </a:pPr>
            <a:endParaRPr b="0" lang="en-US" sz="1800" spc="-1" strike="noStrike">
              <a:solidFill>
                <a:srgbClr val="000000"/>
              </a:solidFill>
              <a:latin typeface="Arial"/>
            </a:endParaRPr>
          </a:p>
          <a:p>
            <a:pPr>
              <a:lnSpc>
                <a:spcPct val="100000"/>
              </a:lnSpc>
              <a:tabLst>
                <a:tab algn="l" pos="0"/>
              </a:tabLst>
            </a:pPr>
            <a:r>
              <a:rPr b="1" lang="en-US" sz="1800" spc="-1" strike="noStrike">
                <a:solidFill>
                  <a:schemeClr val="dk1"/>
                </a:solidFill>
                <a:latin typeface="Calibri"/>
                <a:ea typeface="Calibri"/>
              </a:rPr>
              <a:t>L              </a:t>
            </a:r>
            <a:r>
              <a:rPr b="0" lang="en-US" sz="1800" spc="-1" strike="noStrike">
                <a:solidFill>
                  <a:schemeClr val="dk1"/>
                </a:solidFill>
                <a:latin typeface="Calibri"/>
                <a:ea typeface="Calibri"/>
              </a:rPr>
              <a:t>[2,    15,     28,     34,     35,     40,     50]</a:t>
            </a:r>
            <a:endParaRPr b="0" lang="en-US" sz="1800" spc="-1" strike="noStrike">
              <a:solidFill>
                <a:srgbClr val="000000"/>
              </a:solidFill>
              <a:latin typeface="Arial"/>
            </a:endParaRPr>
          </a:p>
          <a:p>
            <a:pPr>
              <a:lnSpc>
                <a:spcPct val="100000"/>
              </a:lnSpc>
              <a:tabLst>
                <a:tab algn="l" pos="0"/>
              </a:tabLst>
            </a:pPr>
            <a:r>
              <a:rPr b="0" lang="en-US" sz="1800" spc="-1" strike="noStrike">
                <a:solidFill>
                  <a:schemeClr val="dk1"/>
                </a:solidFill>
                <a:latin typeface="Calibri"/>
                <a:ea typeface="Calibri"/>
              </a:rPr>
              <a:t>Posición  </a:t>
            </a:r>
            <a:r>
              <a:rPr b="0" lang="en-US" sz="1800" spc="-1" strike="noStrike">
                <a:solidFill>
                  <a:srgbClr val="ff0000"/>
                </a:solidFill>
                <a:latin typeface="Calibri"/>
                <a:ea typeface="Calibri"/>
              </a:rPr>
              <a:t>0        1        2       </a:t>
            </a:r>
            <a:r>
              <a:rPr b="0" lang="en-US" sz="1800" spc="-1" strike="noStrike">
                <a:solidFill>
                  <a:srgbClr val="ffc000"/>
                </a:solidFill>
                <a:latin typeface="Calibri"/>
                <a:ea typeface="Calibri"/>
              </a:rPr>
              <a:t>3</a:t>
            </a:r>
            <a:r>
              <a:rPr b="0" lang="en-US" sz="1800" spc="-1" strike="noStrike">
                <a:solidFill>
                  <a:srgbClr val="ff0000"/>
                </a:solidFill>
                <a:latin typeface="Calibri"/>
                <a:ea typeface="Calibri"/>
              </a:rPr>
              <a:t>        4        5        6 </a:t>
            </a:r>
            <a:endParaRPr b="0" lang="en-US" sz="1800" spc="-1" strike="noStrike">
              <a:solidFill>
                <a:srgbClr val="000000"/>
              </a:solidFill>
              <a:latin typeface="Arial"/>
            </a:endParaRPr>
          </a:p>
          <a:p>
            <a:pPr>
              <a:lnSpc>
                <a:spcPct val="100000"/>
              </a:lnSpc>
              <a:tabLst>
                <a:tab algn="l" pos="0"/>
              </a:tabLst>
            </a:pPr>
            <a:r>
              <a:rPr b="0" lang="en-US" sz="1800" spc="-1" strike="noStrike">
                <a:solidFill>
                  <a:srgbClr val="ff0000"/>
                </a:solidFill>
                <a:latin typeface="Calibri"/>
                <a:ea typeface="Calibri"/>
              </a:rPr>
              <a:t>                </a:t>
            </a:r>
            <a:r>
              <a:rPr b="0" lang="en-US" sz="1800" spc="-1" strike="noStrike">
                <a:solidFill>
                  <a:srgbClr val="ff0000"/>
                </a:solidFill>
                <a:latin typeface="Calibri"/>
                <a:ea typeface="Calibri"/>
              </a:rPr>
              <a:t>low                      </a:t>
            </a:r>
            <a:r>
              <a:rPr b="0" lang="en-US" sz="1800" spc="-1" strike="noStrike">
                <a:solidFill>
                  <a:srgbClr val="ffc000"/>
                </a:solidFill>
                <a:latin typeface="Calibri"/>
                <a:ea typeface="Calibri"/>
              </a:rPr>
              <a:t>mid</a:t>
            </a:r>
            <a:r>
              <a:rPr b="0" lang="en-US" sz="1800" spc="-1" strike="noStrike">
                <a:solidFill>
                  <a:srgbClr val="ff0000"/>
                </a:solidFill>
                <a:latin typeface="Calibri"/>
                <a:ea typeface="Calibri"/>
              </a:rPr>
              <a:t>                         high</a:t>
            </a:r>
            <a:endParaRPr b="0" lang="en-US" sz="1800" spc="-1" strike="noStrike">
              <a:solidFill>
                <a:srgbClr val="000000"/>
              </a:solidFill>
              <a:latin typeface="Arial"/>
            </a:endParaRPr>
          </a:p>
          <a:p>
            <a:pPr>
              <a:lnSpc>
                <a:spcPct val="100000"/>
              </a:lnSpc>
              <a:tabLst>
                <a:tab algn="l" pos="0"/>
              </a:tabLst>
            </a:pPr>
            <a:endParaRPr b="0" lang="en-US" sz="1800" spc="-1" strike="noStrike">
              <a:solidFill>
                <a:srgbClr val="000000"/>
              </a:solidFill>
              <a:latin typeface="Arial"/>
            </a:endParaRPr>
          </a:p>
          <a:p>
            <a:pPr>
              <a:lnSpc>
                <a:spcPct val="100000"/>
              </a:lnSpc>
              <a:tabLst>
                <a:tab algn="l" pos="0"/>
              </a:tabLst>
            </a:pPr>
            <a:r>
              <a:rPr b="0" lang="en-US" sz="1800" spc="-1" strike="noStrike">
                <a:solidFill>
                  <a:schemeClr val="dk1"/>
                </a:solidFill>
                <a:latin typeface="Calibri"/>
                <a:ea typeface="Calibri"/>
              </a:rPr>
              <a:t>Nos hacemos dos preguntas:</a:t>
            </a:r>
            <a:endParaRPr b="0" lang="en-US" sz="1800" spc="-1" strike="noStrike">
              <a:solidFill>
                <a:srgbClr val="000000"/>
              </a:solidFill>
              <a:latin typeface="Arial"/>
            </a:endParaRPr>
          </a:p>
          <a:p>
            <a:pPr marL="285840" indent="-285840">
              <a:lnSpc>
                <a:spcPct val="100000"/>
              </a:lnSpc>
              <a:buClr>
                <a:srgbClr val="000000"/>
              </a:buClr>
              <a:buFont typeface="Arial"/>
              <a:buChar char="•"/>
              <a:tabLst>
                <a:tab algn="l" pos="0"/>
              </a:tabLst>
            </a:pPr>
            <a:r>
              <a:rPr b="0" lang="en-US" sz="1800" spc="-1" strike="noStrike">
                <a:solidFill>
                  <a:schemeClr val="dk1"/>
                </a:solidFill>
                <a:latin typeface="Calibri"/>
                <a:ea typeface="Calibri"/>
              </a:rPr>
              <a:t>El elemento en la posición mid es el buscado? Si lo fuese, qué podemos decir?</a:t>
            </a:r>
            <a:endParaRPr b="0" lang="en-US" sz="1800" spc="-1" strike="noStrike">
              <a:solidFill>
                <a:srgbClr val="000000"/>
              </a:solidFill>
              <a:latin typeface="Arial"/>
            </a:endParaRPr>
          </a:p>
          <a:p>
            <a:pPr marL="285840" indent="-285840">
              <a:lnSpc>
                <a:spcPct val="100000"/>
              </a:lnSpc>
              <a:buClr>
                <a:srgbClr val="000000"/>
              </a:buClr>
              <a:buFont typeface="Arial"/>
              <a:buChar char="•"/>
              <a:tabLst>
                <a:tab algn="l" pos="0"/>
              </a:tabLst>
            </a:pPr>
            <a:r>
              <a:rPr b="0" lang="en-US" sz="1800" spc="-1" strike="noStrike">
                <a:solidFill>
                  <a:schemeClr val="dk1"/>
                </a:solidFill>
                <a:latin typeface="Calibri"/>
                <a:ea typeface="Calibri"/>
              </a:rPr>
              <a:t>Si no es el buscado, en cuál intervalo podemos garantizar que </a:t>
            </a:r>
            <a:r>
              <a:rPr b="0" i="1" lang="en-US" sz="1800" spc="-1" strike="noStrike">
                <a:solidFill>
                  <a:schemeClr val="dk1"/>
                </a:solidFill>
                <a:latin typeface="Calibri"/>
                <a:ea typeface="Calibri"/>
              </a:rPr>
              <a:t>podría </a:t>
            </a:r>
            <a:r>
              <a:rPr b="0" lang="en-US" sz="1800" spc="-1" strike="noStrike">
                <a:solidFill>
                  <a:schemeClr val="dk1"/>
                </a:solidFill>
                <a:latin typeface="Calibri"/>
                <a:ea typeface="Calibri"/>
              </a:rPr>
              <a:t>estar? Por qué?</a:t>
            </a:r>
            <a:endParaRPr b="0" lang="en-US" sz="1800" spc="-1" strike="noStrike">
              <a:solidFill>
                <a:srgbClr val="000000"/>
              </a:solidFill>
              <a:latin typeface="Arial"/>
            </a:endParaRPr>
          </a:p>
        </p:txBody>
      </p:sp>
      <p:pic>
        <p:nvPicPr>
          <p:cNvPr id="117" name="Google Shape;161;p20" descr="di_tella2.png"/>
          <p:cNvPicPr/>
          <p:nvPr/>
        </p:nvPicPr>
        <p:blipFill>
          <a:blip r:embed="rId1"/>
          <a:stretch/>
        </p:blipFill>
        <p:spPr>
          <a:xfrm>
            <a:off x="8325360" y="20160"/>
            <a:ext cx="818280" cy="507600"/>
          </a:xfrm>
          <a:prstGeom prst="rect">
            <a:avLst/>
          </a:prstGeom>
          <a:ln w="0">
            <a:noFill/>
          </a:ln>
        </p:spPr>
      </p:pic>
      <p:sp>
        <p:nvSpPr>
          <p:cNvPr id="118" name="Google Shape;162;p20"/>
          <p:cNvSpPr/>
          <p:nvPr/>
        </p:nvSpPr>
        <p:spPr>
          <a:xfrm>
            <a:off x="254160" y="190440"/>
            <a:ext cx="5714640" cy="36540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1800" spc="-1" strike="noStrike">
                <a:solidFill>
                  <a:srgbClr val="2d2d2d"/>
                </a:solidFill>
                <a:latin typeface="Calibri"/>
                <a:ea typeface="Calibri"/>
              </a:rPr>
              <a:t>Métodos Analíticos y Programación</a:t>
            </a:r>
            <a:endParaRPr b="0" lang="en-US" sz="1800" spc="-1" strike="noStrike">
              <a:solidFill>
                <a:srgbClr val="000000"/>
              </a:solidFill>
              <a:latin typeface="Arial"/>
            </a:endParaRPr>
          </a:p>
        </p:txBody>
      </p:sp>
      <p:sp>
        <p:nvSpPr>
          <p:cNvPr id="119" name="Google Shape;163;p20"/>
          <p:cNvSpPr/>
          <p:nvPr/>
        </p:nvSpPr>
        <p:spPr>
          <a:xfrm>
            <a:off x="177840" y="6550200"/>
            <a:ext cx="5714640" cy="30456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0" lang="en-US" sz="1400" spc="-1" strike="noStrike">
                <a:solidFill>
                  <a:srgbClr val="ffffff"/>
                </a:solidFill>
                <a:latin typeface="Calibri"/>
                <a:ea typeface="Calibri"/>
              </a:rPr>
              <a:t>Pablo J Piccoli Bornia</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Google Shape;168;p21"/>
          <p:cNvSpPr/>
          <p:nvPr/>
        </p:nvSpPr>
        <p:spPr>
          <a:xfrm>
            <a:off x="0" y="0"/>
            <a:ext cx="9143640" cy="548280"/>
          </a:xfrm>
          <a:prstGeom prst="rect">
            <a:avLst/>
          </a:prstGeom>
          <a:solidFill>
            <a:srgbClr val="ffd966"/>
          </a:solidFill>
          <a:ln w="0">
            <a:noFill/>
          </a:ln>
          <a:effectLst>
            <a:outerShdw blurRad="39960" dir="5400000" dist="23040" rotWithShape="0">
              <a:srgbClr val="000000">
                <a:alpha val="35000"/>
              </a:srgbClr>
            </a:outerShdw>
          </a:effectLst>
        </p:spPr>
        <p:style>
          <a:lnRef idx="0"/>
          <a:fillRef idx="0"/>
          <a:effectRef idx="0"/>
          <a:fontRef idx="minor"/>
        </p:style>
        <p:txBody>
          <a:bodyPr anchor="ctr">
            <a:noAutofit/>
          </a:bodyPr>
          <a:p>
            <a:pPr algn="ctr">
              <a:lnSpc>
                <a:spcPct val="100000"/>
              </a:lnSpc>
              <a:tabLst>
                <a:tab algn="l" pos="0"/>
              </a:tabLst>
            </a:pPr>
            <a:endParaRPr b="0" lang="en-US" sz="1400" spc="-1" strike="noStrike">
              <a:solidFill>
                <a:srgbClr val="000000"/>
              </a:solidFill>
              <a:latin typeface="Arial"/>
            </a:endParaRPr>
          </a:p>
        </p:txBody>
      </p:sp>
      <p:sp>
        <p:nvSpPr>
          <p:cNvPr id="121" name="Google Shape;169;p21"/>
          <p:cNvSpPr/>
          <p:nvPr/>
        </p:nvSpPr>
        <p:spPr>
          <a:xfrm>
            <a:off x="0" y="6492240"/>
            <a:ext cx="9143640" cy="365400"/>
          </a:xfrm>
          <a:prstGeom prst="rect">
            <a:avLst/>
          </a:prstGeom>
          <a:solidFill>
            <a:srgbClr val="282828"/>
          </a:solidFill>
          <a:ln w="9525">
            <a:solidFill>
              <a:srgbClr val="4a7dba"/>
            </a:solidFill>
            <a:round/>
          </a:ln>
          <a:effectLst>
            <a:outerShdw blurRad="39960" dir="5400000" dist="23040" rotWithShape="0">
              <a:srgbClr val="000000">
                <a:alpha val="35000"/>
              </a:srgbClr>
            </a:outerShdw>
          </a:effectLst>
        </p:spPr>
        <p:style>
          <a:lnRef idx="0"/>
          <a:fillRef idx="0"/>
          <a:effectRef idx="0"/>
          <a:fontRef idx="minor"/>
        </p:style>
        <p:txBody>
          <a:bodyPr anchor="ctr">
            <a:noAutofit/>
          </a:bodyPr>
          <a:p>
            <a:pPr algn="ctr">
              <a:lnSpc>
                <a:spcPct val="100000"/>
              </a:lnSpc>
              <a:tabLst>
                <a:tab algn="l" pos="0"/>
              </a:tabLst>
            </a:pPr>
            <a:endParaRPr b="0" lang="en-US" sz="1400" spc="-1" strike="noStrike">
              <a:solidFill>
                <a:srgbClr val="ffffff"/>
              </a:solidFill>
              <a:latin typeface="Arial"/>
            </a:endParaRPr>
          </a:p>
        </p:txBody>
      </p:sp>
      <p:sp>
        <p:nvSpPr>
          <p:cNvPr id="122" name="Google Shape;170;p21"/>
          <p:cNvSpPr/>
          <p:nvPr/>
        </p:nvSpPr>
        <p:spPr>
          <a:xfrm>
            <a:off x="209520" y="842760"/>
            <a:ext cx="8724240" cy="5851800"/>
          </a:xfrm>
          <a:prstGeom prst="rect">
            <a:avLst/>
          </a:prstGeom>
          <a:noFill/>
          <a:ln w="0">
            <a:noFill/>
          </a:ln>
        </p:spPr>
        <p:style>
          <a:lnRef idx="0"/>
          <a:fillRef idx="0"/>
          <a:effectRef idx="0"/>
          <a:fontRef idx="minor"/>
        </p:style>
        <p:txBody>
          <a:bodyPr anchor="t">
            <a:spAutoFit/>
          </a:bodyPr>
          <a:p>
            <a:pPr>
              <a:lnSpc>
                <a:spcPct val="100000"/>
              </a:lnSpc>
              <a:tabLst>
                <a:tab algn="l" pos="0"/>
              </a:tabLst>
            </a:pPr>
            <a:endParaRPr b="0" lang="en-US" sz="1800" spc="-1" strike="noStrike">
              <a:solidFill>
                <a:srgbClr val="000000"/>
              </a:solidFill>
              <a:latin typeface="Arial"/>
            </a:endParaRPr>
          </a:p>
          <a:p>
            <a:pPr>
              <a:lnSpc>
                <a:spcPct val="100000"/>
              </a:lnSpc>
              <a:tabLst>
                <a:tab algn="l" pos="0"/>
              </a:tabLst>
            </a:pPr>
            <a:r>
              <a:rPr b="0" lang="en-US" sz="1800" spc="-1" strike="noStrike">
                <a:solidFill>
                  <a:schemeClr val="dk1"/>
                </a:solidFill>
                <a:latin typeface="Calibri"/>
                <a:ea typeface="Calibri"/>
              </a:rPr>
              <a:t>Correcto! low = mid+1 = 4, high = 6. Podemos descartar la primera mitad de la lista. Si el 35 está en l, entonces el índice del mismo está en el intervalo</a:t>
            </a:r>
            <a:endParaRPr b="0" lang="en-US" sz="1800" spc="-1" strike="noStrike">
              <a:solidFill>
                <a:srgbClr val="000000"/>
              </a:solidFill>
              <a:latin typeface="Arial"/>
            </a:endParaRPr>
          </a:p>
          <a:p>
            <a:pPr>
              <a:lnSpc>
                <a:spcPct val="100000"/>
              </a:lnSpc>
              <a:tabLst>
                <a:tab algn="l" pos="0"/>
              </a:tabLst>
            </a:pPr>
            <a:r>
              <a:rPr b="0" lang="en-US" sz="1800" spc="-1" strike="noStrike">
                <a:solidFill>
                  <a:schemeClr val="accent2"/>
                </a:solidFill>
                <a:latin typeface="Calibri"/>
                <a:ea typeface="Calibri"/>
              </a:rPr>
              <a:t>[low,high] = [4,6].</a:t>
            </a:r>
            <a:endParaRPr b="0" lang="en-US" sz="1800" spc="-1" strike="noStrike">
              <a:solidFill>
                <a:srgbClr val="000000"/>
              </a:solidFill>
              <a:latin typeface="Arial"/>
            </a:endParaRPr>
          </a:p>
          <a:p>
            <a:pPr>
              <a:lnSpc>
                <a:spcPct val="100000"/>
              </a:lnSpc>
              <a:tabLst>
                <a:tab algn="l" pos="0"/>
              </a:tabLst>
            </a:pPr>
            <a:endParaRPr b="0" lang="en-US" sz="1800" spc="-1" strike="noStrike">
              <a:solidFill>
                <a:srgbClr val="000000"/>
              </a:solidFill>
              <a:latin typeface="Arial"/>
            </a:endParaRPr>
          </a:p>
          <a:p>
            <a:pPr>
              <a:lnSpc>
                <a:spcPct val="100000"/>
              </a:lnSpc>
              <a:tabLst>
                <a:tab algn="l" pos="0"/>
              </a:tabLst>
            </a:pPr>
            <a:r>
              <a:rPr b="1" lang="en-US" sz="1800" spc="-1" strike="noStrike">
                <a:solidFill>
                  <a:schemeClr val="dk1"/>
                </a:solidFill>
                <a:latin typeface="Calibri"/>
                <a:ea typeface="Calibri"/>
              </a:rPr>
              <a:t>L              </a:t>
            </a:r>
            <a:r>
              <a:rPr b="0" lang="en-US" sz="1800" spc="-1" strike="noStrike">
                <a:solidFill>
                  <a:schemeClr val="dk1"/>
                </a:solidFill>
                <a:latin typeface="Calibri"/>
                <a:ea typeface="Calibri"/>
              </a:rPr>
              <a:t>[2,    15,     28,     34,     35,     40,     50]</a:t>
            </a:r>
            <a:endParaRPr b="0" lang="en-US" sz="1800" spc="-1" strike="noStrike">
              <a:solidFill>
                <a:srgbClr val="000000"/>
              </a:solidFill>
              <a:latin typeface="Arial"/>
            </a:endParaRPr>
          </a:p>
          <a:p>
            <a:pPr>
              <a:lnSpc>
                <a:spcPct val="100000"/>
              </a:lnSpc>
              <a:tabLst>
                <a:tab algn="l" pos="0"/>
              </a:tabLst>
            </a:pPr>
            <a:r>
              <a:rPr b="0" lang="en-US" sz="1800" spc="-1" strike="noStrike">
                <a:solidFill>
                  <a:schemeClr val="dk1"/>
                </a:solidFill>
                <a:latin typeface="Calibri"/>
                <a:ea typeface="Calibri"/>
              </a:rPr>
              <a:t>Posición  0        1        2       3       </a:t>
            </a:r>
            <a:r>
              <a:rPr b="0" lang="en-US" sz="1800" spc="-1" strike="noStrike">
                <a:solidFill>
                  <a:srgbClr val="ff0000"/>
                </a:solidFill>
                <a:latin typeface="Calibri"/>
                <a:ea typeface="Calibri"/>
              </a:rPr>
              <a:t> 4        5        6 </a:t>
            </a:r>
            <a:endParaRPr b="0" lang="en-US" sz="1800" spc="-1" strike="noStrike">
              <a:solidFill>
                <a:srgbClr val="000000"/>
              </a:solidFill>
              <a:latin typeface="Arial"/>
            </a:endParaRPr>
          </a:p>
          <a:p>
            <a:pPr>
              <a:lnSpc>
                <a:spcPct val="100000"/>
              </a:lnSpc>
              <a:tabLst>
                <a:tab algn="l" pos="0"/>
              </a:tabLst>
            </a:pPr>
            <a:r>
              <a:rPr b="0" lang="en-US" sz="1800" spc="-1" strike="noStrike">
                <a:solidFill>
                  <a:schemeClr val="dk1"/>
                </a:solidFill>
                <a:latin typeface="Calibri"/>
                <a:ea typeface="Calibri"/>
              </a:rPr>
              <a:t>                                                        </a:t>
            </a:r>
            <a:r>
              <a:rPr b="0" lang="en-US" sz="1800" spc="-1" strike="noStrike">
                <a:solidFill>
                  <a:srgbClr val="ff0000"/>
                </a:solidFill>
                <a:latin typeface="Calibri"/>
                <a:ea typeface="Calibri"/>
              </a:rPr>
              <a:t>low        high</a:t>
            </a:r>
            <a:endParaRPr b="0" lang="en-US" sz="1800" spc="-1" strike="noStrike">
              <a:solidFill>
                <a:srgbClr val="000000"/>
              </a:solidFill>
              <a:latin typeface="Arial"/>
            </a:endParaRPr>
          </a:p>
          <a:p>
            <a:pPr>
              <a:lnSpc>
                <a:spcPct val="100000"/>
              </a:lnSpc>
              <a:tabLst>
                <a:tab algn="l" pos="0"/>
              </a:tabLst>
            </a:pPr>
            <a:r>
              <a:rPr b="0" lang="en-US" sz="1800" spc="-1" strike="noStrike">
                <a:solidFill>
                  <a:schemeClr val="dk1"/>
                </a:solidFill>
                <a:latin typeface="Calibri"/>
                <a:ea typeface="Calibri"/>
              </a:rPr>
              <a:t>Aplicamos nuevamente el mismo razonamiento y partimos el intervalo a la mitad tomando el elemento ubicado en el medio, mid = (4 + 6)/2 = 5, y analizamos el elemento en esa posición</a:t>
            </a:r>
            <a:endParaRPr b="0" lang="en-US" sz="1800" spc="-1" strike="noStrike">
              <a:solidFill>
                <a:srgbClr val="000000"/>
              </a:solidFill>
              <a:latin typeface="Arial"/>
            </a:endParaRPr>
          </a:p>
          <a:p>
            <a:pPr>
              <a:lnSpc>
                <a:spcPct val="100000"/>
              </a:lnSpc>
              <a:tabLst>
                <a:tab algn="l" pos="0"/>
              </a:tabLst>
            </a:pPr>
            <a:endParaRPr b="0" lang="en-US" sz="1800" spc="-1" strike="noStrike">
              <a:solidFill>
                <a:srgbClr val="000000"/>
              </a:solidFill>
              <a:latin typeface="Arial"/>
            </a:endParaRPr>
          </a:p>
          <a:p>
            <a:pPr>
              <a:lnSpc>
                <a:spcPct val="100000"/>
              </a:lnSpc>
              <a:tabLst>
                <a:tab algn="l" pos="0"/>
              </a:tabLst>
            </a:pPr>
            <a:r>
              <a:rPr b="1" lang="en-US" sz="1800" spc="-1" strike="noStrike">
                <a:solidFill>
                  <a:schemeClr val="dk1"/>
                </a:solidFill>
                <a:latin typeface="Calibri"/>
                <a:ea typeface="Calibri"/>
              </a:rPr>
              <a:t>L              </a:t>
            </a:r>
            <a:r>
              <a:rPr b="0" lang="en-US" sz="1800" spc="-1" strike="noStrike">
                <a:solidFill>
                  <a:schemeClr val="dk1"/>
                </a:solidFill>
                <a:latin typeface="Calibri"/>
                <a:ea typeface="Calibri"/>
              </a:rPr>
              <a:t>[2,    15,     28,     34,     35,     40,     50]</a:t>
            </a:r>
            <a:endParaRPr b="0" lang="en-US" sz="1800" spc="-1" strike="noStrike">
              <a:solidFill>
                <a:srgbClr val="000000"/>
              </a:solidFill>
              <a:latin typeface="Arial"/>
            </a:endParaRPr>
          </a:p>
          <a:p>
            <a:pPr>
              <a:lnSpc>
                <a:spcPct val="100000"/>
              </a:lnSpc>
              <a:tabLst>
                <a:tab algn="l" pos="0"/>
              </a:tabLst>
            </a:pPr>
            <a:r>
              <a:rPr b="0" lang="en-US" sz="1800" spc="-1" strike="noStrike">
                <a:solidFill>
                  <a:schemeClr val="dk1"/>
                </a:solidFill>
                <a:latin typeface="Calibri"/>
                <a:ea typeface="Calibri"/>
              </a:rPr>
              <a:t>Posición  0        1        2       3        </a:t>
            </a:r>
            <a:r>
              <a:rPr b="0" lang="en-US" sz="1800" spc="-1" strike="noStrike">
                <a:solidFill>
                  <a:srgbClr val="ff0000"/>
                </a:solidFill>
                <a:latin typeface="Calibri"/>
                <a:ea typeface="Calibri"/>
              </a:rPr>
              <a:t>4        5        6 </a:t>
            </a:r>
            <a:endParaRPr b="0" lang="en-US" sz="1800" spc="-1" strike="noStrike">
              <a:solidFill>
                <a:srgbClr val="000000"/>
              </a:solidFill>
              <a:latin typeface="Arial"/>
            </a:endParaRPr>
          </a:p>
          <a:p>
            <a:pPr>
              <a:lnSpc>
                <a:spcPct val="100000"/>
              </a:lnSpc>
              <a:tabLst>
                <a:tab algn="l" pos="0"/>
              </a:tabLst>
            </a:pPr>
            <a:r>
              <a:rPr b="0" lang="en-US" sz="1800" spc="-1" strike="noStrike">
                <a:solidFill>
                  <a:srgbClr val="ff0000"/>
                </a:solidFill>
                <a:latin typeface="Calibri"/>
                <a:ea typeface="Calibri"/>
              </a:rPr>
              <a:t>                                                       </a:t>
            </a:r>
            <a:r>
              <a:rPr b="0" lang="en-US" sz="1800" spc="-1" strike="noStrike">
                <a:solidFill>
                  <a:srgbClr val="ff0000"/>
                </a:solidFill>
                <a:latin typeface="Calibri"/>
                <a:ea typeface="Calibri"/>
              </a:rPr>
              <a:t>low   </a:t>
            </a:r>
            <a:r>
              <a:rPr b="0" lang="en-US" sz="1800" spc="-1" strike="noStrike">
                <a:solidFill>
                  <a:srgbClr val="ffc000"/>
                </a:solidFill>
                <a:latin typeface="Calibri"/>
                <a:ea typeface="Calibri"/>
              </a:rPr>
              <a:t>mid</a:t>
            </a:r>
            <a:r>
              <a:rPr b="0" lang="en-US" sz="1800" spc="-1" strike="noStrike">
                <a:solidFill>
                  <a:srgbClr val="ff0000"/>
                </a:solidFill>
                <a:latin typeface="Calibri"/>
                <a:ea typeface="Calibri"/>
              </a:rPr>
              <a:t>  high</a:t>
            </a:r>
            <a:endParaRPr b="0" lang="en-US" sz="1800" spc="-1" strike="noStrike">
              <a:solidFill>
                <a:srgbClr val="000000"/>
              </a:solidFill>
              <a:latin typeface="Arial"/>
            </a:endParaRPr>
          </a:p>
          <a:p>
            <a:pPr>
              <a:lnSpc>
                <a:spcPct val="100000"/>
              </a:lnSpc>
              <a:tabLst>
                <a:tab algn="l" pos="0"/>
              </a:tabLst>
            </a:pPr>
            <a:endParaRPr b="0" lang="en-US" sz="1800" spc="-1" strike="noStrike">
              <a:solidFill>
                <a:srgbClr val="000000"/>
              </a:solidFill>
              <a:latin typeface="Arial"/>
            </a:endParaRPr>
          </a:p>
          <a:p>
            <a:pPr>
              <a:lnSpc>
                <a:spcPct val="100000"/>
              </a:lnSpc>
              <a:tabLst>
                <a:tab algn="l" pos="0"/>
              </a:tabLst>
            </a:pPr>
            <a:r>
              <a:rPr b="0" lang="en-US" sz="1800" spc="-1" strike="noStrike">
                <a:solidFill>
                  <a:schemeClr val="dk1"/>
                </a:solidFill>
                <a:latin typeface="Calibri"/>
                <a:ea typeface="Calibri"/>
              </a:rPr>
              <a:t>Nos hacemos dos preguntas:</a:t>
            </a:r>
            <a:endParaRPr b="0" lang="en-US" sz="1800" spc="-1" strike="noStrike">
              <a:solidFill>
                <a:srgbClr val="000000"/>
              </a:solidFill>
              <a:latin typeface="Arial"/>
            </a:endParaRPr>
          </a:p>
          <a:p>
            <a:pPr marL="285840" indent="-285840">
              <a:lnSpc>
                <a:spcPct val="100000"/>
              </a:lnSpc>
              <a:buClr>
                <a:srgbClr val="000000"/>
              </a:buClr>
              <a:buFont typeface="Arial"/>
              <a:buChar char="•"/>
              <a:tabLst>
                <a:tab algn="l" pos="0"/>
              </a:tabLst>
            </a:pPr>
            <a:r>
              <a:rPr b="0" lang="en-US" sz="1800" spc="-1" strike="noStrike">
                <a:solidFill>
                  <a:schemeClr val="dk1"/>
                </a:solidFill>
                <a:latin typeface="Calibri"/>
                <a:ea typeface="Calibri"/>
              </a:rPr>
              <a:t>El elemento en la posición mid es el buscado? Si lo fuese, qué podemos decir?</a:t>
            </a:r>
            <a:endParaRPr b="0" lang="en-US" sz="1800" spc="-1" strike="noStrike">
              <a:solidFill>
                <a:srgbClr val="000000"/>
              </a:solidFill>
              <a:latin typeface="Arial"/>
            </a:endParaRPr>
          </a:p>
          <a:p>
            <a:pPr marL="285840" indent="-285840">
              <a:lnSpc>
                <a:spcPct val="100000"/>
              </a:lnSpc>
              <a:buClr>
                <a:srgbClr val="000000"/>
              </a:buClr>
              <a:buFont typeface="Arial"/>
              <a:buChar char="•"/>
              <a:tabLst>
                <a:tab algn="l" pos="0"/>
              </a:tabLst>
            </a:pPr>
            <a:r>
              <a:rPr b="0" lang="en-US" sz="1800" spc="-1" strike="noStrike">
                <a:solidFill>
                  <a:schemeClr val="dk1"/>
                </a:solidFill>
                <a:latin typeface="Calibri"/>
                <a:ea typeface="Calibri"/>
              </a:rPr>
              <a:t>Si no es el buscado, en cuál intervalo podemos garantizar que </a:t>
            </a:r>
            <a:r>
              <a:rPr b="0" i="1" lang="en-US" sz="1800" spc="-1" strike="noStrike">
                <a:solidFill>
                  <a:schemeClr val="dk1"/>
                </a:solidFill>
                <a:latin typeface="Calibri"/>
                <a:ea typeface="Calibri"/>
              </a:rPr>
              <a:t>podría </a:t>
            </a:r>
            <a:r>
              <a:rPr b="0" lang="en-US" sz="1800" spc="-1" strike="noStrike">
                <a:solidFill>
                  <a:schemeClr val="dk1"/>
                </a:solidFill>
                <a:latin typeface="Calibri"/>
                <a:ea typeface="Calibri"/>
              </a:rPr>
              <a:t>estar? Por qué?</a:t>
            </a:r>
            <a:endParaRPr b="0" lang="en-US" sz="1800" spc="-1" strike="noStrike">
              <a:solidFill>
                <a:srgbClr val="000000"/>
              </a:solidFill>
              <a:latin typeface="Arial"/>
            </a:endParaRPr>
          </a:p>
        </p:txBody>
      </p:sp>
      <p:pic>
        <p:nvPicPr>
          <p:cNvPr id="123" name="Google Shape;171;p21" descr="di_tella2.png"/>
          <p:cNvPicPr/>
          <p:nvPr/>
        </p:nvPicPr>
        <p:blipFill>
          <a:blip r:embed="rId1"/>
          <a:stretch/>
        </p:blipFill>
        <p:spPr>
          <a:xfrm>
            <a:off x="8325360" y="20160"/>
            <a:ext cx="818280" cy="507600"/>
          </a:xfrm>
          <a:prstGeom prst="rect">
            <a:avLst/>
          </a:prstGeom>
          <a:ln w="0">
            <a:noFill/>
          </a:ln>
        </p:spPr>
      </p:pic>
      <p:sp>
        <p:nvSpPr>
          <p:cNvPr id="124" name="Google Shape;172;p21"/>
          <p:cNvSpPr/>
          <p:nvPr/>
        </p:nvSpPr>
        <p:spPr>
          <a:xfrm>
            <a:off x="254160" y="190440"/>
            <a:ext cx="5714640" cy="36540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1800" spc="-1" strike="noStrike">
                <a:solidFill>
                  <a:srgbClr val="2d2d2d"/>
                </a:solidFill>
                <a:latin typeface="Calibri"/>
                <a:ea typeface="Calibri"/>
              </a:rPr>
              <a:t>Métodos Analíticos y Programación</a:t>
            </a:r>
            <a:endParaRPr b="0" lang="en-US" sz="1800" spc="-1" strike="noStrike">
              <a:solidFill>
                <a:srgbClr val="000000"/>
              </a:solidFill>
              <a:latin typeface="Arial"/>
            </a:endParaRPr>
          </a:p>
        </p:txBody>
      </p:sp>
      <p:sp>
        <p:nvSpPr>
          <p:cNvPr id="125" name="Google Shape;173;p21"/>
          <p:cNvSpPr/>
          <p:nvPr/>
        </p:nvSpPr>
        <p:spPr>
          <a:xfrm>
            <a:off x="177840" y="6550200"/>
            <a:ext cx="5714640" cy="30456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0" lang="en-US" sz="1400" spc="-1" strike="noStrike">
                <a:solidFill>
                  <a:srgbClr val="ffffff"/>
                </a:solidFill>
                <a:latin typeface="Calibri"/>
                <a:ea typeface="Calibri"/>
              </a:rPr>
              <a:t>Pablo J Piccoli Bornia</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 name="Google Shape;178;p22"/>
          <p:cNvSpPr/>
          <p:nvPr/>
        </p:nvSpPr>
        <p:spPr>
          <a:xfrm>
            <a:off x="0" y="0"/>
            <a:ext cx="9143640" cy="548280"/>
          </a:xfrm>
          <a:prstGeom prst="rect">
            <a:avLst/>
          </a:prstGeom>
          <a:solidFill>
            <a:srgbClr val="ffd966"/>
          </a:solidFill>
          <a:ln w="0">
            <a:noFill/>
          </a:ln>
          <a:effectLst>
            <a:outerShdw blurRad="39960" dir="5400000" dist="23040" rotWithShape="0">
              <a:srgbClr val="000000">
                <a:alpha val="35000"/>
              </a:srgbClr>
            </a:outerShdw>
          </a:effectLst>
        </p:spPr>
        <p:style>
          <a:lnRef idx="0"/>
          <a:fillRef idx="0"/>
          <a:effectRef idx="0"/>
          <a:fontRef idx="minor"/>
        </p:style>
        <p:txBody>
          <a:bodyPr anchor="ctr">
            <a:noAutofit/>
          </a:bodyPr>
          <a:p>
            <a:pPr algn="ctr">
              <a:lnSpc>
                <a:spcPct val="100000"/>
              </a:lnSpc>
              <a:tabLst>
                <a:tab algn="l" pos="0"/>
              </a:tabLst>
            </a:pPr>
            <a:endParaRPr b="0" lang="en-US" sz="1400" spc="-1" strike="noStrike">
              <a:solidFill>
                <a:srgbClr val="000000"/>
              </a:solidFill>
              <a:latin typeface="Arial"/>
            </a:endParaRPr>
          </a:p>
        </p:txBody>
      </p:sp>
      <p:sp>
        <p:nvSpPr>
          <p:cNvPr id="127" name="Google Shape;179;p22"/>
          <p:cNvSpPr/>
          <p:nvPr/>
        </p:nvSpPr>
        <p:spPr>
          <a:xfrm>
            <a:off x="0" y="6492240"/>
            <a:ext cx="9143640" cy="365400"/>
          </a:xfrm>
          <a:prstGeom prst="rect">
            <a:avLst/>
          </a:prstGeom>
          <a:solidFill>
            <a:srgbClr val="282828"/>
          </a:solidFill>
          <a:ln w="9525">
            <a:solidFill>
              <a:srgbClr val="4a7dba"/>
            </a:solidFill>
            <a:round/>
          </a:ln>
          <a:effectLst>
            <a:outerShdw blurRad="39960" dir="5400000" dist="23040" rotWithShape="0">
              <a:srgbClr val="000000">
                <a:alpha val="35000"/>
              </a:srgbClr>
            </a:outerShdw>
          </a:effectLst>
        </p:spPr>
        <p:style>
          <a:lnRef idx="0"/>
          <a:fillRef idx="0"/>
          <a:effectRef idx="0"/>
          <a:fontRef idx="minor"/>
        </p:style>
        <p:txBody>
          <a:bodyPr anchor="ctr">
            <a:noAutofit/>
          </a:bodyPr>
          <a:p>
            <a:pPr algn="ctr">
              <a:lnSpc>
                <a:spcPct val="100000"/>
              </a:lnSpc>
              <a:tabLst>
                <a:tab algn="l" pos="0"/>
              </a:tabLst>
            </a:pPr>
            <a:endParaRPr b="0" lang="en-US" sz="1400" spc="-1" strike="noStrike">
              <a:solidFill>
                <a:srgbClr val="ffffff"/>
              </a:solidFill>
              <a:latin typeface="Arial"/>
            </a:endParaRPr>
          </a:p>
        </p:txBody>
      </p:sp>
      <p:sp>
        <p:nvSpPr>
          <p:cNvPr id="128" name="Google Shape;180;p22"/>
          <p:cNvSpPr/>
          <p:nvPr/>
        </p:nvSpPr>
        <p:spPr>
          <a:xfrm>
            <a:off x="209520" y="842760"/>
            <a:ext cx="8724240" cy="4205880"/>
          </a:xfrm>
          <a:prstGeom prst="rect">
            <a:avLst/>
          </a:prstGeom>
          <a:noFill/>
          <a:ln w="0">
            <a:noFill/>
          </a:ln>
        </p:spPr>
        <p:style>
          <a:lnRef idx="0"/>
          <a:fillRef idx="0"/>
          <a:effectRef idx="0"/>
          <a:fontRef idx="minor"/>
        </p:style>
        <p:txBody>
          <a:bodyPr anchor="t">
            <a:spAutoFit/>
          </a:bodyPr>
          <a:p>
            <a:pPr>
              <a:lnSpc>
                <a:spcPct val="100000"/>
              </a:lnSpc>
              <a:tabLst>
                <a:tab algn="l" pos="0"/>
              </a:tabLst>
            </a:pPr>
            <a:endParaRPr b="0" lang="en-US" sz="1800" spc="-1" strike="noStrike">
              <a:solidFill>
                <a:srgbClr val="000000"/>
              </a:solidFill>
              <a:latin typeface="Arial"/>
            </a:endParaRPr>
          </a:p>
          <a:p>
            <a:pPr>
              <a:lnSpc>
                <a:spcPct val="100000"/>
              </a:lnSpc>
              <a:tabLst>
                <a:tab algn="l" pos="0"/>
              </a:tabLst>
            </a:pPr>
            <a:r>
              <a:rPr b="0" lang="en-US" sz="1800" spc="-1" strike="noStrike">
                <a:solidFill>
                  <a:schemeClr val="dk1"/>
                </a:solidFill>
                <a:latin typeface="Calibri"/>
                <a:ea typeface="Calibri"/>
              </a:rPr>
              <a:t>Correcto! </a:t>
            </a:r>
            <a:r>
              <a:rPr b="0" lang="en-US" sz="1800" spc="-1" strike="noStrike">
                <a:solidFill>
                  <a:schemeClr val="accent2"/>
                </a:solidFill>
                <a:latin typeface="Calibri"/>
                <a:ea typeface="Calibri"/>
              </a:rPr>
              <a:t>low = 4, high = mid - 1 = 4</a:t>
            </a:r>
            <a:r>
              <a:rPr b="0" lang="en-US" sz="1800" spc="-1" strike="noStrike">
                <a:solidFill>
                  <a:schemeClr val="dk1"/>
                </a:solidFill>
                <a:latin typeface="Calibri"/>
                <a:ea typeface="Calibri"/>
              </a:rPr>
              <a:t>. Podemos descartar la segunda mitad de la lista. Si el </a:t>
            </a:r>
            <a:r>
              <a:rPr b="0" lang="en-US" sz="1800" spc="-1" strike="noStrike">
                <a:solidFill>
                  <a:schemeClr val="accent3"/>
                </a:solidFill>
                <a:latin typeface="Calibri"/>
                <a:ea typeface="Calibri"/>
              </a:rPr>
              <a:t>35</a:t>
            </a:r>
            <a:r>
              <a:rPr b="0" lang="en-US" sz="1800" spc="-1" strike="noStrike">
                <a:solidFill>
                  <a:schemeClr val="dk1"/>
                </a:solidFill>
                <a:latin typeface="Calibri"/>
                <a:ea typeface="Calibri"/>
              </a:rPr>
              <a:t> está en l, entonces el índice del mismo está en el intervalo</a:t>
            </a:r>
            <a:endParaRPr b="0" lang="en-US" sz="1800" spc="-1" strike="noStrike">
              <a:solidFill>
                <a:srgbClr val="000000"/>
              </a:solidFill>
              <a:latin typeface="Arial"/>
            </a:endParaRPr>
          </a:p>
          <a:p>
            <a:pPr>
              <a:lnSpc>
                <a:spcPct val="100000"/>
              </a:lnSpc>
              <a:tabLst>
                <a:tab algn="l" pos="0"/>
              </a:tabLst>
            </a:pPr>
            <a:r>
              <a:rPr b="0" lang="en-US" sz="1800" spc="-1" strike="noStrike">
                <a:solidFill>
                  <a:schemeClr val="accent2"/>
                </a:solidFill>
                <a:latin typeface="Calibri"/>
                <a:ea typeface="Calibri"/>
              </a:rPr>
              <a:t>[low,high] = [4,4</a:t>
            </a:r>
            <a:r>
              <a:rPr b="0" lang="en-US" sz="1800" spc="-1" strike="noStrike">
                <a:solidFill>
                  <a:schemeClr val="dk1"/>
                </a:solidFill>
                <a:latin typeface="Calibri"/>
                <a:ea typeface="Calibri"/>
              </a:rPr>
              <a:t>].</a:t>
            </a:r>
            <a:endParaRPr b="0" lang="en-US" sz="1800" spc="-1" strike="noStrike">
              <a:solidFill>
                <a:srgbClr val="000000"/>
              </a:solidFill>
              <a:latin typeface="Arial"/>
            </a:endParaRPr>
          </a:p>
          <a:p>
            <a:pPr>
              <a:lnSpc>
                <a:spcPct val="100000"/>
              </a:lnSpc>
              <a:tabLst>
                <a:tab algn="l" pos="0"/>
              </a:tabLst>
            </a:pPr>
            <a:endParaRPr b="0" lang="en-US" sz="1800" spc="-1" strike="noStrike">
              <a:solidFill>
                <a:srgbClr val="000000"/>
              </a:solidFill>
              <a:latin typeface="Arial"/>
            </a:endParaRPr>
          </a:p>
          <a:p>
            <a:pPr>
              <a:lnSpc>
                <a:spcPct val="100000"/>
              </a:lnSpc>
              <a:tabLst>
                <a:tab algn="l" pos="0"/>
              </a:tabLst>
            </a:pPr>
            <a:r>
              <a:rPr b="1" lang="en-US" sz="1800" spc="-1" strike="noStrike">
                <a:solidFill>
                  <a:schemeClr val="dk1"/>
                </a:solidFill>
                <a:latin typeface="Calibri"/>
                <a:ea typeface="Calibri"/>
              </a:rPr>
              <a:t>L              </a:t>
            </a:r>
            <a:r>
              <a:rPr b="0" lang="en-US" sz="1800" spc="-1" strike="noStrike">
                <a:solidFill>
                  <a:schemeClr val="dk1"/>
                </a:solidFill>
                <a:latin typeface="Calibri"/>
                <a:ea typeface="Calibri"/>
              </a:rPr>
              <a:t>[2,    15,     28,     34,     35,     40,     50]</a:t>
            </a:r>
            <a:endParaRPr b="0" lang="en-US" sz="1800" spc="-1" strike="noStrike">
              <a:solidFill>
                <a:srgbClr val="000000"/>
              </a:solidFill>
              <a:latin typeface="Arial"/>
            </a:endParaRPr>
          </a:p>
          <a:p>
            <a:pPr>
              <a:lnSpc>
                <a:spcPct val="100000"/>
              </a:lnSpc>
              <a:tabLst>
                <a:tab algn="l" pos="0"/>
              </a:tabLst>
            </a:pPr>
            <a:r>
              <a:rPr b="0" lang="en-US" sz="1800" spc="-1" strike="noStrike">
                <a:solidFill>
                  <a:schemeClr val="dk1"/>
                </a:solidFill>
                <a:latin typeface="Calibri"/>
                <a:ea typeface="Calibri"/>
              </a:rPr>
              <a:t>Posición  0        1        2       3       </a:t>
            </a:r>
            <a:r>
              <a:rPr b="0" lang="en-US" sz="1800" spc="-1" strike="noStrike">
                <a:solidFill>
                  <a:srgbClr val="ff0000"/>
                </a:solidFill>
                <a:latin typeface="Calibri"/>
                <a:ea typeface="Calibri"/>
              </a:rPr>
              <a:t> 4        </a:t>
            </a:r>
            <a:r>
              <a:rPr b="0" lang="en-US" sz="1800" spc="-1" strike="noStrike">
                <a:solidFill>
                  <a:schemeClr val="dk1"/>
                </a:solidFill>
                <a:latin typeface="Calibri"/>
                <a:ea typeface="Calibri"/>
              </a:rPr>
              <a:t>5        6 </a:t>
            </a:r>
            <a:endParaRPr b="0" lang="en-US" sz="1800" spc="-1" strike="noStrike">
              <a:solidFill>
                <a:srgbClr val="000000"/>
              </a:solidFill>
              <a:latin typeface="Arial"/>
            </a:endParaRPr>
          </a:p>
          <a:p>
            <a:pPr>
              <a:lnSpc>
                <a:spcPct val="100000"/>
              </a:lnSpc>
              <a:tabLst>
                <a:tab algn="l" pos="0"/>
              </a:tabLst>
            </a:pPr>
            <a:r>
              <a:rPr b="0" lang="en-US" sz="1800" spc="-1" strike="noStrike">
                <a:solidFill>
                  <a:schemeClr val="dk1"/>
                </a:solidFill>
                <a:latin typeface="Calibri"/>
                <a:ea typeface="Calibri"/>
              </a:rPr>
              <a:t>                                                        </a:t>
            </a:r>
            <a:r>
              <a:rPr b="0" lang="en-US" sz="1800" spc="-1" strike="noStrike">
                <a:solidFill>
                  <a:srgbClr val="ff0000"/>
                </a:solidFill>
                <a:latin typeface="Calibri"/>
                <a:ea typeface="Calibri"/>
              </a:rPr>
              <a:t>low</a:t>
            </a:r>
            <a:endParaRPr b="0" lang="en-US" sz="1800" spc="-1" strike="noStrike">
              <a:solidFill>
                <a:srgbClr val="000000"/>
              </a:solidFill>
              <a:latin typeface="Arial"/>
            </a:endParaRPr>
          </a:p>
          <a:p>
            <a:pPr>
              <a:lnSpc>
                <a:spcPct val="100000"/>
              </a:lnSpc>
              <a:tabLst>
                <a:tab algn="l" pos="0"/>
              </a:tabLst>
            </a:pPr>
            <a:r>
              <a:rPr b="0" lang="en-US" sz="1800" spc="-1" strike="noStrike">
                <a:solidFill>
                  <a:srgbClr val="ffc000"/>
                </a:solidFill>
                <a:latin typeface="Calibri"/>
                <a:ea typeface="Calibri"/>
              </a:rPr>
              <a:t>                                                        </a:t>
            </a:r>
            <a:r>
              <a:rPr b="0" lang="en-US" sz="1800" spc="-1" strike="noStrike">
                <a:solidFill>
                  <a:srgbClr val="ffc000"/>
                </a:solidFill>
                <a:latin typeface="Calibri"/>
                <a:ea typeface="Calibri"/>
              </a:rPr>
              <a:t>mid</a:t>
            </a:r>
            <a:endParaRPr b="0" lang="en-US" sz="1800" spc="-1" strike="noStrike">
              <a:solidFill>
                <a:srgbClr val="000000"/>
              </a:solidFill>
              <a:latin typeface="Arial"/>
            </a:endParaRPr>
          </a:p>
          <a:p>
            <a:pPr>
              <a:lnSpc>
                <a:spcPct val="100000"/>
              </a:lnSpc>
              <a:tabLst>
                <a:tab algn="l" pos="0"/>
              </a:tabLst>
            </a:pPr>
            <a:r>
              <a:rPr b="0" lang="en-US" sz="1800" spc="-1" strike="noStrike">
                <a:solidFill>
                  <a:srgbClr val="ff0000"/>
                </a:solidFill>
                <a:latin typeface="Calibri"/>
                <a:ea typeface="Calibri"/>
              </a:rPr>
              <a:t>                                                        </a:t>
            </a:r>
            <a:r>
              <a:rPr b="0" lang="en-US" sz="1800" spc="-1" strike="noStrike">
                <a:solidFill>
                  <a:srgbClr val="ff0000"/>
                </a:solidFill>
                <a:latin typeface="Calibri"/>
                <a:ea typeface="Calibri"/>
              </a:rPr>
              <a:t>high</a:t>
            </a:r>
            <a:endParaRPr b="0" lang="en-US" sz="1800" spc="-1" strike="noStrike">
              <a:solidFill>
                <a:srgbClr val="000000"/>
              </a:solidFill>
              <a:latin typeface="Arial"/>
            </a:endParaRPr>
          </a:p>
          <a:p>
            <a:pPr>
              <a:lnSpc>
                <a:spcPct val="100000"/>
              </a:lnSpc>
              <a:tabLst>
                <a:tab algn="l" pos="0"/>
              </a:tabLst>
            </a:pPr>
            <a:r>
              <a:rPr b="0" lang="en-US" sz="1800" spc="-1" strike="noStrike">
                <a:solidFill>
                  <a:schemeClr val="dk1"/>
                </a:solidFill>
                <a:latin typeface="Calibri"/>
                <a:ea typeface="Calibri"/>
              </a:rPr>
              <a:t>Aplicamos nuevamente el mismo razonamiento y partimos el intervalo a la mitad tomando el elemento ubicado en el medio, </a:t>
            </a:r>
            <a:r>
              <a:rPr b="0" lang="en-US" sz="1800" spc="-1" strike="noStrike">
                <a:solidFill>
                  <a:srgbClr val="ffc000"/>
                </a:solidFill>
                <a:latin typeface="Calibri"/>
                <a:ea typeface="Calibri"/>
              </a:rPr>
              <a:t>mid = (4 + 4)/2 = 4</a:t>
            </a:r>
            <a:r>
              <a:rPr b="0" lang="en-US" sz="1800" spc="-1" strike="noStrike">
                <a:solidFill>
                  <a:schemeClr val="dk1"/>
                </a:solidFill>
                <a:latin typeface="Calibri"/>
                <a:ea typeface="Calibri"/>
              </a:rPr>
              <a:t>, y analizamos el elemento en esa posición</a:t>
            </a:r>
            <a:endParaRPr b="0" lang="en-US" sz="1800" spc="-1" strike="noStrike">
              <a:solidFill>
                <a:srgbClr val="000000"/>
              </a:solidFill>
              <a:latin typeface="Arial"/>
            </a:endParaRPr>
          </a:p>
          <a:p>
            <a:pPr>
              <a:lnSpc>
                <a:spcPct val="100000"/>
              </a:lnSpc>
              <a:tabLst>
                <a:tab algn="l" pos="0"/>
              </a:tabLst>
            </a:pPr>
            <a:endParaRPr b="0" lang="en-US" sz="1800" spc="-1" strike="noStrike">
              <a:solidFill>
                <a:srgbClr val="000000"/>
              </a:solidFill>
              <a:latin typeface="Arial"/>
            </a:endParaRPr>
          </a:p>
          <a:p>
            <a:pPr marL="285840" indent="-285840">
              <a:lnSpc>
                <a:spcPct val="100000"/>
              </a:lnSpc>
              <a:buClr>
                <a:srgbClr val="000000"/>
              </a:buClr>
              <a:buFont typeface="Arial"/>
              <a:buChar char="•"/>
              <a:tabLst>
                <a:tab algn="l" pos="0"/>
              </a:tabLst>
            </a:pPr>
            <a:r>
              <a:rPr b="0" lang="en-US" sz="1800" spc="-1" strike="noStrike">
                <a:solidFill>
                  <a:schemeClr val="dk1"/>
                </a:solidFill>
                <a:latin typeface="Calibri"/>
                <a:ea typeface="Calibri"/>
              </a:rPr>
              <a:t>El elemento en la posición </a:t>
            </a:r>
            <a:r>
              <a:rPr b="0" lang="en-US" sz="1800" spc="-1" strike="noStrike">
                <a:solidFill>
                  <a:srgbClr val="ffc000"/>
                </a:solidFill>
                <a:latin typeface="Calibri"/>
                <a:ea typeface="Calibri"/>
              </a:rPr>
              <a:t>mid</a:t>
            </a:r>
            <a:r>
              <a:rPr b="0" lang="en-US" sz="1800" spc="-1" strike="noStrike">
                <a:solidFill>
                  <a:schemeClr val="dk1"/>
                </a:solidFill>
                <a:latin typeface="Calibri"/>
                <a:ea typeface="Calibri"/>
              </a:rPr>
              <a:t> es el buscado?</a:t>
            </a:r>
            <a:endParaRPr b="0" lang="en-US" sz="1800" spc="-1" strike="noStrike">
              <a:solidFill>
                <a:srgbClr val="000000"/>
              </a:solidFill>
              <a:latin typeface="Arial"/>
            </a:endParaRPr>
          </a:p>
        </p:txBody>
      </p:sp>
      <p:pic>
        <p:nvPicPr>
          <p:cNvPr id="129" name="Google Shape;181;p22" descr="di_tella2.png"/>
          <p:cNvPicPr/>
          <p:nvPr/>
        </p:nvPicPr>
        <p:blipFill>
          <a:blip r:embed="rId1"/>
          <a:stretch/>
        </p:blipFill>
        <p:spPr>
          <a:xfrm>
            <a:off x="8325360" y="20160"/>
            <a:ext cx="818280" cy="507600"/>
          </a:xfrm>
          <a:prstGeom prst="rect">
            <a:avLst/>
          </a:prstGeom>
          <a:ln w="0">
            <a:noFill/>
          </a:ln>
        </p:spPr>
      </p:pic>
      <p:sp>
        <p:nvSpPr>
          <p:cNvPr id="130" name="Google Shape;182;p22"/>
          <p:cNvSpPr/>
          <p:nvPr/>
        </p:nvSpPr>
        <p:spPr>
          <a:xfrm>
            <a:off x="254160" y="190440"/>
            <a:ext cx="5714640" cy="36540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1800" spc="-1" strike="noStrike">
                <a:solidFill>
                  <a:srgbClr val="2d2d2d"/>
                </a:solidFill>
                <a:latin typeface="Calibri"/>
                <a:ea typeface="Calibri"/>
              </a:rPr>
              <a:t>Métodos Analíticos y Programación</a:t>
            </a:r>
            <a:endParaRPr b="0" lang="en-US" sz="1800" spc="-1" strike="noStrike">
              <a:solidFill>
                <a:srgbClr val="000000"/>
              </a:solidFill>
              <a:latin typeface="Arial"/>
            </a:endParaRPr>
          </a:p>
        </p:txBody>
      </p:sp>
      <p:sp>
        <p:nvSpPr>
          <p:cNvPr id="131" name="Google Shape;183;p22"/>
          <p:cNvSpPr/>
          <p:nvPr/>
        </p:nvSpPr>
        <p:spPr>
          <a:xfrm>
            <a:off x="177840" y="6550200"/>
            <a:ext cx="5714640" cy="30456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0" lang="en-US" sz="1400" spc="-1" strike="noStrike">
                <a:solidFill>
                  <a:srgbClr val="ffffff"/>
                </a:solidFill>
                <a:latin typeface="Calibri"/>
                <a:ea typeface="Calibri"/>
              </a:rPr>
              <a:t>Pablo J Piccoli Bornia</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 name="Google Shape;188;p23"/>
          <p:cNvSpPr/>
          <p:nvPr/>
        </p:nvSpPr>
        <p:spPr>
          <a:xfrm>
            <a:off x="0" y="0"/>
            <a:ext cx="9143640" cy="548280"/>
          </a:xfrm>
          <a:prstGeom prst="rect">
            <a:avLst/>
          </a:prstGeom>
          <a:solidFill>
            <a:srgbClr val="ffd966"/>
          </a:solidFill>
          <a:ln w="0">
            <a:noFill/>
          </a:ln>
          <a:effectLst>
            <a:outerShdw blurRad="39960" dir="5400000" dist="23040" rotWithShape="0">
              <a:srgbClr val="000000">
                <a:alpha val="35000"/>
              </a:srgbClr>
            </a:outerShdw>
          </a:effectLst>
        </p:spPr>
        <p:style>
          <a:lnRef idx="0"/>
          <a:fillRef idx="0"/>
          <a:effectRef idx="0"/>
          <a:fontRef idx="minor"/>
        </p:style>
        <p:txBody>
          <a:bodyPr anchor="ctr">
            <a:noAutofit/>
          </a:bodyPr>
          <a:p>
            <a:pPr algn="ctr">
              <a:lnSpc>
                <a:spcPct val="100000"/>
              </a:lnSpc>
              <a:tabLst>
                <a:tab algn="l" pos="0"/>
              </a:tabLst>
            </a:pPr>
            <a:endParaRPr b="0" lang="en-US" sz="1400" spc="-1" strike="noStrike">
              <a:solidFill>
                <a:srgbClr val="000000"/>
              </a:solidFill>
              <a:latin typeface="Arial"/>
            </a:endParaRPr>
          </a:p>
        </p:txBody>
      </p:sp>
      <p:sp>
        <p:nvSpPr>
          <p:cNvPr id="133" name="Google Shape;189;p23"/>
          <p:cNvSpPr/>
          <p:nvPr/>
        </p:nvSpPr>
        <p:spPr>
          <a:xfrm>
            <a:off x="0" y="6492240"/>
            <a:ext cx="9143640" cy="365400"/>
          </a:xfrm>
          <a:prstGeom prst="rect">
            <a:avLst/>
          </a:prstGeom>
          <a:solidFill>
            <a:srgbClr val="282828"/>
          </a:solidFill>
          <a:ln w="9525">
            <a:solidFill>
              <a:srgbClr val="4a7dba"/>
            </a:solidFill>
            <a:round/>
          </a:ln>
          <a:effectLst>
            <a:outerShdw blurRad="39960" dir="5400000" dist="23040" rotWithShape="0">
              <a:srgbClr val="000000">
                <a:alpha val="35000"/>
              </a:srgbClr>
            </a:outerShdw>
          </a:effectLst>
        </p:spPr>
        <p:style>
          <a:lnRef idx="0"/>
          <a:fillRef idx="0"/>
          <a:effectRef idx="0"/>
          <a:fontRef idx="minor"/>
        </p:style>
        <p:txBody>
          <a:bodyPr anchor="ctr">
            <a:noAutofit/>
          </a:bodyPr>
          <a:p>
            <a:pPr algn="ctr">
              <a:lnSpc>
                <a:spcPct val="100000"/>
              </a:lnSpc>
              <a:tabLst>
                <a:tab algn="l" pos="0"/>
              </a:tabLst>
            </a:pPr>
            <a:endParaRPr b="0" lang="en-US" sz="1400" spc="-1" strike="noStrike">
              <a:solidFill>
                <a:srgbClr val="ffffff"/>
              </a:solidFill>
              <a:latin typeface="Arial"/>
            </a:endParaRPr>
          </a:p>
        </p:txBody>
      </p:sp>
      <p:sp>
        <p:nvSpPr>
          <p:cNvPr id="134" name="Google Shape;190;p23"/>
          <p:cNvSpPr/>
          <p:nvPr/>
        </p:nvSpPr>
        <p:spPr>
          <a:xfrm>
            <a:off x="209520" y="842760"/>
            <a:ext cx="8724240" cy="4754520"/>
          </a:xfrm>
          <a:prstGeom prst="rect">
            <a:avLst/>
          </a:prstGeom>
          <a:noFill/>
          <a:ln w="0">
            <a:noFill/>
          </a:ln>
        </p:spPr>
        <p:style>
          <a:lnRef idx="0"/>
          <a:fillRef idx="0"/>
          <a:effectRef idx="0"/>
          <a:fontRef idx="minor"/>
        </p:style>
        <p:txBody>
          <a:bodyPr anchor="t">
            <a:spAutoFit/>
          </a:bodyPr>
          <a:p>
            <a:pPr>
              <a:lnSpc>
                <a:spcPct val="100000"/>
              </a:lnSpc>
              <a:tabLst>
                <a:tab algn="l" pos="0"/>
              </a:tabLst>
            </a:pPr>
            <a:endParaRPr b="0" lang="en-US" sz="1800" spc="-1" strike="noStrike">
              <a:solidFill>
                <a:srgbClr val="000000"/>
              </a:solidFill>
              <a:latin typeface="Arial"/>
            </a:endParaRPr>
          </a:p>
          <a:p>
            <a:pPr>
              <a:lnSpc>
                <a:spcPct val="100000"/>
              </a:lnSpc>
              <a:tabLst>
                <a:tab algn="l" pos="0"/>
              </a:tabLst>
            </a:pPr>
            <a:r>
              <a:rPr b="0" lang="en-US" sz="1800" spc="-1" strike="noStrike">
                <a:solidFill>
                  <a:schemeClr val="dk1"/>
                </a:solidFill>
                <a:latin typeface="Calibri"/>
                <a:ea typeface="Calibri"/>
              </a:rPr>
              <a:t>Supongamos ahora que estamos buscando el número </a:t>
            </a:r>
            <a:r>
              <a:rPr b="0" lang="en-US" sz="1800" spc="-1" strike="noStrike">
                <a:solidFill>
                  <a:schemeClr val="accent3"/>
                </a:solidFill>
                <a:latin typeface="Calibri"/>
                <a:ea typeface="Calibri"/>
              </a:rPr>
              <a:t>36</a:t>
            </a:r>
            <a:r>
              <a:rPr b="0" lang="en-US" sz="1800" spc="-1" strike="noStrike">
                <a:solidFill>
                  <a:schemeClr val="dk1"/>
                </a:solidFill>
                <a:latin typeface="Calibri"/>
                <a:ea typeface="Calibri"/>
              </a:rPr>
              <a:t>. Los pasos son exactamente los mismos hasta el punto de la slide anterior.</a:t>
            </a:r>
            <a:endParaRPr b="0" lang="en-US" sz="1800" spc="-1" strike="noStrike">
              <a:solidFill>
                <a:srgbClr val="000000"/>
              </a:solidFill>
              <a:latin typeface="Arial"/>
            </a:endParaRPr>
          </a:p>
          <a:p>
            <a:pPr>
              <a:lnSpc>
                <a:spcPct val="100000"/>
              </a:lnSpc>
              <a:tabLst>
                <a:tab algn="l" pos="0"/>
              </a:tabLst>
            </a:pPr>
            <a:r>
              <a:rPr b="0" lang="en-US" sz="1800" spc="-1" strike="noStrike">
                <a:solidFill>
                  <a:schemeClr val="dk1"/>
                </a:solidFill>
                <a:latin typeface="Calibri"/>
                <a:ea typeface="Calibri"/>
              </a:rPr>
              <a:t>Si el </a:t>
            </a:r>
            <a:r>
              <a:rPr b="0" lang="en-US" sz="1800" spc="-1" strike="noStrike">
                <a:solidFill>
                  <a:schemeClr val="accent3"/>
                </a:solidFill>
                <a:latin typeface="Calibri"/>
                <a:ea typeface="Calibri"/>
              </a:rPr>
              <a:t>36</a:t>
            </a:r>
            <a:r>
              <a:rPr b="0" lang="en-US" sz="1800" spc="-1" strike="noStrike">
                <a:solidFill>
                  <a:schemeClr val="dk1"/>
                </a:solidFill>
                <a:latin typeface="Calibri"/>
                <a:ea typeface="Calibri"/>
              </a:rPr>
              <a:t> está en l, entonces el índice del mismo está en el intervalo </a:t>
            </a:r>
            <a:r>
              <a:rPr b="0" lang="en-US" sz="1800" spc="-1" strike="noStrike">
                <a:solidFill>
                  <a:schemeClr val="accent2"/>
                </a:solidFill>
                <a:latin typeface="Calibri"/>
                <a:ea typeface="Calibri"/>
              </a:rPr>
              <a:t>[low,high] = [4,4]</a:t>
            </a:r>
            <a:r>
              <a:rPr b="0" lang="en-US" sz="1800" spc="-1" strike="noStrike">
                <a:solidFill>
                  <a:schemeClr val="dk1"/>
                </a:solidFill>
                <a:latin typeface="Calibri"/>
                <a:ea typeface="Calibri"/>
              </a:rPr>
              <a:t>.</a:t>
            </a:r>
            <a:endParaRPr b="0" lang="en-US" sz="1800" spc="-1" strike="noStrike">
              <a:solidFill>
                <a:srgbClr val="000000"/>
              </a:solidFill>
              <a:latin typeface="Arial"/>
            </a:endParaRPr>
          </a:p>
          <a:p>
            <a:pPr>
              <a:lnSpc>
                <a:spcPct val="100000"/>
              </a:lnSpc>
              <a:tabLst>
                <a:tab algn="l" pos="0"/>
              </a:tabLst>
            </a:pPr>
            <a:endParaRPr b="0" lang="en-US" sz="1800" spc="-1" strike="noStrike">
              <a:solidFill>
                <a:srgbClr val="000000"/>
              </a:solidFill>
              <a:latin typeface="Arial"/>
            </a:endParaRPr>
          </a:p>
          <a:p>
            <a:pPr>
              <a:lnSpc>
                <a:spcPct val="100000"/>
              </a:lnSpc>
              <a:tabLst>
                <a:tab algn="l" pos="0"/>
              </a:tabLst>
            </a:pPr>
            <a:r>
              <a:rPr b="1" lang="en-US" sz="1800" spc="-1" strike="noStrike">
                <a:solidFill>
                  <a:schemeClr val="dk1"/>
                </a:solidFill>
                <a:latin typeface="Calibri"/>
                <a:ea typeface="Calibri"/>
              </a:rPr>
              <a:t>L              </a:t>
            </a:r>
            <a:r>
              <a:rPr b="0" lang="en-US" sz="1800" spc="-1" strike="noStrike">
                <a:solidFill>
                  <a:schemeClr val="dk1"/>
                </a:solidFill>
                <a:latin typeface="Calibri"/>
                <a:ea typeface="Calibri"/>
              </a:rPr>
              <a:t>[2,    15,     28,     34,     35,     40,     50]</a:t>
            </a:r>
            <a:endParaRPr b="0" lang="en-US" sz="1800" spc="-1" strike="noStrike">
              <a:solidFill>
                <a:srgbClr val="000000"/>
              </a:solidFill>
              <a:latin typeface="Arial"/>
            </a:endParaRPr>
          </a:p>
          <a:p>
            <a:pPr>
              <a:lnSpc>
                <a:spcPct val="100000"/>
              </a:lnSpc>
              <a:tabLst>
                <a:tab algn="l" pos="0"/>
              </a:tabLst>
            </a:pPr>
            <a:r>
              <a:rPr b="0" lang="en-US" sz="1800" spc="-1" strike="noStrike">
                <a:solidFill>
                  <a:schemeClr val="dk1"/>
                </a:solidFill>
                <a:latin typeface="Calibri"/>
                <a:ea typeface="Calibri"/>
              </a:rPr>
              <a:t>Posición  0        1        2       3       </a:t>
            </a:r>
            <a:r>
              <a:rPr b="0" lang="en-US" sz="1800" spc="-1" strike="noStrike">
                <a:solidFill>
                  <a:srgbClr val="ff0000"/>
                </a:solidFill>
                <a:latin typeface="Calibri"/>
                <a:ea typeface="Calibri"/>
              </a:rPr>
              <a:t> 4        </a:t>
            </a:r>
            <a:r>
              <a:rPr b="0" lang="en-US" sz="1800" spc="-1" strike="noStrike">
                <a:solidFill>
                  <a:schemeClr val="dk1"/>
                </a:solidFill>
                <a:latin typeface="Calibri"/>
                <a:ea typeface="Calibri"/>
              </a:rPr>
              <a:t>5        6 </a:t>
            </a:r>
            <a:endParaRPr b="0" lang="en-US" sz="1800" spc="-1" strike="noStrike">
              <a:solidFill>
                <a:srgbClr val="000000"/>
              </a:solidFill>
              <a:latin typeface="Arial"/>
            </a:endParaRPr>
          </a:p>
          <a:p>
            <a:pPr>
              <a:lnSpc>
                <a:spcPct val="100000"/>
              </a:lnSpc>
              <a:tabLst>
                <a:tab algn="l" pos="0"/>
              </a:tabLst>
            </a:pPr>
            <a:r>
              <a:rPr b="0" lang="en-US" sz="1800" spc="-1" strike="noStrike">
                <a:solidFill>
                  <a:schemeClr val="dk1"/>
                </a:solidFill>
                <a:latin typeface="Calibri"/>
                <a:ea typeface="Calibri"/>
              </a:rPr>
              <a:t>                                                        </a:t>
            </a:r>
            <a:r>
              <a:rPr b="0" lang="en-US" sz="1800" spc="-1" strike="noStrike">
                <a:solidFill>
                  <a:srgbClr val="ff0000"/>
                </a:solidFill>
                <a:latin typeface="Calibri"/>
                <a:ea typeface="Calibri"/>
              </a:rPr>
              <a:t>low</a:t>
            </a:r>
            <a:endParaRPr b="0" lang="en-US" sz="1800" spc="-1" strike="noStrike">
              <a:solidFill>
                <a:srgbClr val="000000"/>
              </a:solidFill>
              <a:latin typeface="Arial"/>
            </a:endParaRPr>
          </a:p>
          <a:p>
            <a:pPr>
              <a:lnSpc>
                <a:spcPct val="100000"/>
              </a:lnSpc>
              <a:tabLst>
                <a:tab algn="l" pos="0"/>
              </a:tabLst>
            </a:pPr>
            <a:r>
              <a:rPr b="0" lang="en-US" sz="1800" spc="-1" strike="noStrike">
                <a:solidFill>
                  <a:srgbClr val="ffc000"/>
                </a:solidFill>
                <a:latin typeface="Calibri"/>
                <a:ea typeface="Calibri"/>
              </a:rPr>
              <a:t>                                                        </a:t>
            </a:r>
            <a:r>
              <a:rPr b="0" lang="en-US" sz="1800" spc="-1" strike="noStrike">
                <a:solidFill>
                  <a:srgbClr val="ffc000"/>
                </a:solidFill>
                <a:latin typeface="Calibri"/>
                <a:ea typeface="Calibri"/>
              </a:rPr>
              <a:t>mid</a:t>
            </a:r>
            <a:endParaRPr b="0" lang="en-US" sz="1800" spc="-1" strike="noStrike">
              <a:solidFill>
                <a:srgbClr val="000000"/>
              </a:solidFill>
              <a:latin typeface="Arial"/>
            </a:endParaRPr>
          </a:p>
          <a:p>
            <a:pPr>
              <a:lnSpc>
                <a:spcPct val="100000"/>
              </a:lnSpc>
              <a:tabLst>
                <a:tab algn="l" pos="0"/>
              </a:tabLst>
            </a:pPr>
            <a:r>
              <a:rPr b="0" lang="en-US" sz="1800" spc="-1" strike="noStrike">
                <a:solidFill>
                  <a:srgbClr val="ff0000"/>
                </a:solidFill>
                <a:latin typeface="Calibri"/>
                <a:ea typeface="Calibri"/>
              </a:rPr>
              <a:t>                                                        </a:t>
            </a:r>
            <a:r>
              <a:rPr b="0" lang="en-US" sz="1800" spc="-1" strike="noStrike">
                <a:solidFill>
                  <a:srgbClr val="ff0000"/>
                </a:solidFill>
                <a:latin typeface="Calibri"/>
                <a:ea typeface="Calibri"/>
              </a:rPr>
              <a:t>high</a:t>
            </a:r>
            <a:endParaRPr b="0" lang="en-US" sz="1800" spc="-1" strike="noStrike">
              <a:solidFill>
                <a:srgbClr val="000000"/>
              </a:solidFill>
              <a:latin typeface="Arial"/>
            </a:endParaRPr>
          </a:p>
          <a:p>
            <a:pPr>
              <a:lnSpc>
                <a:spcPct val="100000"/>
              </a:lnSpc>
              <a:tabLst>
                <a:tab algn="l" pos="0"/>
              </a:tabLst>
            </a:pPr>
            <a:endParaRPr b="0" lang="en-US" sz="1800" spc="-1" strike="noStrike">
              <a:solidFill>
                <a:srgbClr val="000000"/>
              </a:solidFill>
              <a:latin typeface="Arial"/>
            </a:endParaRPr>
          </a:p>
          <a:p>
            <a:pPr>
              <a:lnSpc>
                <a:spcPct val="100000"/>
              </a:lnSpc>
              <a:tabLst>
                <a:tab algn="l" pos="0"/>
              </a:tabLst>
            </a:pPr>
            <a:r>
              <a:rPr b="0" lang="en-US" sz="1800" spc="-1" strike="noStrike">
                <a:solidFill>
                  <a:schemeClr val="dk1"/>
                </a:solidFill>
                <a:latin typeface="Calibri"/>
                <a:ea typeface="Calibri"/>
              </a:rPr>
              <a:t>Aplicamos nuevamente el mismo razonamiento y partimos el intervalo a la mitad tomando el elemento ubicado en el medio, </a:t>
            </a:r>
            <a:r>
              <a:rPr b="0" lang="en-US" sz="1800" spc="-1" strike="noStrike">
                <a:solidFill>
                  <a:srgbClr val="ffc000"/>
                </a:solidFill>
                <a:latin typeface="Calibri"/>
                <a:ea typeface="Calibri"/>
              </a:rPr>
              <a:t>mid = (4 + 4)/2 = 4</a:t>
            </a:r>
            <a:r>
              <a:rPr b="0" lang="en-US" sz="1800" spc="-1" strike="noStrike">
                <a:solidFill>
                  <a:schemeClr val="dk1"/>
                </a:solidFill>
                <a:latin typeface="Calibri"/>
                <a:ea typeface="Calibri"/>
              </a:rPr>
              <a:t>, y analizamos el elemento en esa posición</a:t>
            </a:r>
            <a:endParaRPr b="0" lang="en-US" sz="1800" spc="-1" strike="noStrike">
              <a:solidFill>
                <a:srgbClr val="000000"/>
              </a:solidFill>
              <a:latin typeface="Arial"/>
            </a:endParaRPr>
          </a:p>
          <a:p>
            <a:pPr>
              <a:lnSpc>
                <a:spcPct val="100000"/>
              </a:lnSpc>
              <a:tabLst>
                <a:tab algn="l" pos="0"/>
              </a:tabLst>
            </a:pPr>
            <a:endParaRPr b="0" lang="en-US" sz="1800" spc="-1" strike="noStrike">
              <a:solidFill>
                <a:srgbClr val="000000"/>
              </a:solidFill>
              <a:latin typeface="Arial"/>
            </a:endParaRPr>
          </a:p>
          <a:p>
            <a:pPr marL="285840" indent="-285840">
              <a:lnSpc>
                <a:spcPct val="100000"/>
              </a:lnSpc>
              <a:buClr>
                <a:srgbClr val="000000"/>
              </a:buClr>
              <a:buFont typeface="Arial"/>
              <a:buChar char="•"/>
              <a:tabLst>
                <a:tab algn="l" pos="0"/>
              </a:tabLst>
            </a:pPr>
            <a:r>
              <a:rPr b="0" lang="en-US" sz="1800" spc="-1" strike="noStrike">
                <a:solidFill>
                  <a:schemeClr val="dk1"/>
                </a:solidFill>
                <a:latin typeface="Calibri"/>
                <a:ea typeface="Calibri"/>
              </a:rPr>
              <a:t>El elemento en la posición </a:t>
            </a:r>
            <a:r>
              <a:rPr b="0" lang="en-US" sz="1800" spc="-1" strike="noStrike">
                <a:solidFill>
                  <a:srgbClr val="ffc000"/>
                </a:solidFill>
                <a:latin typeface="Calibri"/>
                <a:ea typeface="Calibri"/>
              </a:rPr>
              <a:t>mid</a:t>
            </a:r>
            <a:r>
              <a:rPr b="0" lang="en-US" sz="1800" spc="-1" strike="noStrike">
                <a:solidFill>
                  <a:schemeClr val="dk1"/>
                </a:solidFill>
                <a:latin typeface="Calibri"/>
                <a:ea typeface="Calibri"/>
              </a:rPr>
              <a:t> es el buscado?</a:t>
            </a:r>
            <a:endParaRPr b="0" lang="en-US" sz="1800" spc="-1" strike="noStrike">
              <a:solidFill>
                <a:srgbClr val="000000"/>
              </a:solidFill>
              <a:latin typeface="Arial"/>
            </a:endParaRPr>
          </a:p>
        </p:txBody>
      </p:sp>
      <p:pic>
        <p:nvPicPr>
          <p:cNvPr id="135" name="Google Shape;191;p23" descr="di_tella2.png"/>
          <p:cNvPicPr/>
          <p:nvPr/>
        </p:nvPicPr>
        <p:blipFill>
          <a:blip r:embed="rId1"/>
          <a:stretch/>
        </p:blipFill>
        <p:spPr>
          <a:xfrm>
            <a:off x="8325360" y="20160"/>
            <a:ext cx="818280" cy="507600"/>
          </a:xfrm>
          <a:prstGeom prst="rect">
            <a:avLst/>
          </a:prstGeom>
          <a:ln w="0">
            <a:noFill/>
          </a:ln>
        </p:spPr>
      </p:pic>
      <p:sp>
        <p:nvSpPr>
          <p:cNvPr id="136" name="Google Shape;192;p23"/>
          <p:cNvSpPr/>
          <p:nvPr/>
        </p:nvSpPr>
        <p:spPr>
          <a:xfrm>
            <a:off x="254160" y="190440"/>
            <a:ext cx="5714640" cy="36540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1800" spc="-1" strike="noStrike">
                <a:solidFill>
                  <a:srgbClr val="2d2d2d"/>
                </a:solidFill>
                <a:latin typeface="Calibri"/>
                <a:ea typeface="Calibri"/>
              </a:rPr>
              <a:t>Métodos Analíticos y Programación</a:t>
            </a:r>
            <a:endParaRPr b="0" lang="en-US" sz="1800" spc="-1" strike="noStrike">
              <a:solidFill>
                <a:srgbClr val="000000"/>
              </a:solidFill>
              <a:latin typeface="Arial"/>
            </a:endParaRPr>
          </a:p>
        </p:txBody>
      </p:sp>
      <p:sp>
        <p:nvSpPr>
          <p:cNvPr id="137" name="Google Shape;193;p23"/>
          <p:cNvSpPr/>
          <p:nvPr/>
        </p:nvSpPr>
        <p:spPr>
          <a:xfrm>
            <a:off x="177840" y="6550200"/>
            <a:ext cx="5714640" cy="30456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0" lang="en-US" sz="1400" spc="-1" strike="noStrike">
                <a:solidFill>
                  <a:srgbClr val="ffffff"/>
                </a:solidFill>
                <a:latin typeface="Calibri"/>
                <a:ea typeface="Calibri"/>
              </a:rPr>
              <a:t>Pablo J Piccoli Bornia</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Google Shape;198;p24"/>
          <p:cNvSpPr/>
          <p:nvPr/>
        </p:nvSpPr>
        <p:spPr>
          <a:xfrm>
            <a:off x="0" y="0"/>
            <a:ext cx="9143640" cy="548280"/>
          </a:xfrm>
          <a:prstGeom prst="rect">
            <a:avLst/>
          </a:prstGeom>
          <a:solidFill>
            <a:srgbClr val="ffd966"/>
          </a:solidFill>
          <a:ln w="0">
            <a:noFill/>
          </a:ln>
          <a:effectLst>
            <a:outerShdw blurRad="39960" dir="5400000" dist="23040" rotWithShape="0">
              <a:srgbClr val="000000">
                <a:alpha val="35000"/>
              </a:srgbClr>
            </a:outerShdw>
          </a:effectLst>
        </p:spPr>
        <p:style>
          <a:lnRef idx="0"/>
          <a:fillRef idx="0"/>
          <a:effectRef idx="0"/>
          <a:fontRef idx="minor"/>
        </p:style>
        <p:txBody>
          <a:bodyPr anchor="ctr">
            <a:noAutofit/>
          </a:bodyPr>
          <a:p>
            <a:pPr algn="ctr">
              <a:lnSpc>
                <a:spcPct val="100000"/>
              </a:lnSpc>
              <a:tabLst>
                <a:tab algn="l" pos="0"/>
              </a:tabLst>
            </a:pPr>
            <a:endParaRPr b="0" lang="en-US" sz="1400" spc="-1" strike="noStrike">
              <a:solidFill>
                <a:srgbClr val="000000"/>
              </a:solidFill>
              <a:latin typeface="Arial"/>
            </a:endParaRPr>
          </a:p>
        </p:txBody>
      </p:sp>
      <p:sp>
        <p:nvSpPr>
          <p:cNvPr id="139" name="Google Shape;199;p24"/>
          <p:cNvSpPr/>
          <p:nvPr/>
        </p:nvSpPr>
        <p:spPr>
          <a:xfrm>
            <a:off x="0" y="6492240"/>
            <a:ext cx="9143640" cy="365400"/>
          </a:xfrm>
          <a:prstGeom prst="rect">
            <a:avLst/>
          </a:prstGeom>
          <a:solidFill>
            <a:srgbClr val="282828"/>
          </a:solidFill>
          <a:ln w="9525">
            <a:solidFill>
              <a:srgbClr val="4a7dba"/>
            </a:solidFill>
            <a:round/>
          </a:ln>
          <a:effectLst>
            <a:outerShdw blurRad="39960" dir="5400000" dist="23040" rotWithShape="0">
              <a:srgbClr val="000000">
                <a:alpha val="35000"/>
              </a:srgbClr>
            </a:outerShdw>
          </a:effectLst>
        </p:spPr>
        <p:style>
          <a:lnRef idx="0"/>
          <a:fillRef idx="0"/>
          <a:effectRef idx="0"/>
          <a:fontRef idx="minor"/>
        </p:style>
        <p:txBody>
          <a:bodyPr anchor="ctr">
            <a:noAutofit/>
          </a:bodyPr>
          <a:p>
            <a:pPr algn="ctr">
              <a:lnSpc>
                <a:spcPct val="100000"/>
              </a:lnSpc>
              <a:tabLst>
                <a:tab algn="l" pos="0"/>
              </a:tabLst>
            </a:pPr>
            <a:endParaRPr b="0" lang="en-US" sz="1400" spc="-1" strike="noStrike">
              <a:solidFill>
                <a:srgbClr val="ffffff"/>
              </a:solidFill>
              <a:latin typeface="Arial"/>
            </a:endParaRPr>
          </a:p>
        </p:txBody>
      </p:sp>
      <p:sp>
        <p:nvSpPr>
          <p:cNvPr id="140" name="Google Shape;200;p24"/>
          <p:cNvSpPr/>
          <p:nvPr/>
        </p:nvSpPr>
        <p:spPr>
          <a:xfrm>
            <a:off x="209520" y="842760"/>
            <a:ext cx="8724240" cy="5577480"/>
          </a:xfrm>
          <a:prstGeom prst="rect">
            <a:avLst/>
          </a:prstGeom>
          <a:noFill/>
          <a:ln w="0">
            <a:noFill/>
          </a:ln>
        </p:spPr>
        <p:style>
          <a:lnRef idx="0"/>
          <a:fillRef idx="0"/>
          <a:effectRef idx="0"/>
          <a:fontRef idx="minor"/>
        </p:style>
        <p:txBody>
          <a:bodyPr anchor="t">
            <a:spAutoFit/>
          </a:bodyPr>
          <a:p>
            <a:pPr>
              <a:lnSpc>
                <a:spcPct val="100000"/>
              </a:lnSpc>
              <a:tabLst>
                <a:tab algn="l" pos="0"/>
              </a:tabLst>
            </a:pPr>
            <a:endParaRPr b="0" lang="en-US" sz="1800" spc="-1" strike="noStrike">
              <a:solidFill>
                <a:srgbClr val="000000"/>
              </a:solidFill>
              <a:latin typeface="Arial"/>
            </a:endParaRPr>
          </a:p>
          <a:p>
            <a:pPr>
              <a:lnSpc>
                <a:spcPct val="100000"/>
              </a:lnSpc>
              <a:tabLst>
                <a:tab algn="l" pos="0"/>
              </a:tabLst>
            </a:pPr>
            <a:r>
              <a:rPr b="0" lang="en-US" sz="1800" spc="-1" strike="noStrike">
                <a:solidFill>
                  <a:schemeClr val="dk1"/>
                </a:solidFill>
                <a:latin typeface="Calibri"/>
                <a:ea typeface="Calibri"/>
              </a:rPr>
              <a:t>Supongamos ahora que estamos buscando el número </a:t>
            </a:r>
            <a:r>
              <a:rPr b="0" lang="en-US" sz="1800" spc="-1" strike="noStrike">
                <a:solidFill>
                  <a:schemeClr val="accent3"/>
                </a:solidFill>
                <a:latin typeface="Calibri"/>
                <a:ea typeface="Calibri"/>
              </a:rPr>
              <a:t>36</a:t>
            </a:r>
            <a:r>
              <a:rPr b="0" lang="en-US" sz="1800" spc="-1" strike="noStrike">
                <a:solidFill>
                  <a:schemeClr val="dk1"/>
                </a:solidFill>
                <a:latin typeface="Calibri"/>
                <a:ea typeface="Calibri"/>
              </a:rPr>
              <a:t>. Los pasos son exactamente los mismos hasta el punto de la slide anterior.</a:t>
            </a:r>
            <a:endParaRPr b="0" lang="en-US" sz="1800" spc="-1" strike="noStrike">
              <a:solidFill>
                <a:srgbClr val="000000"/>
              </a:solidFill>
              <a:latin typeface="Arial"/>
            </a:endParaRPr>
          </a:p>
          <a:p>
            <a:pPr>
              <a:lnSpc>
                <a:spcPct val="100000"/>
              </a:lnSpc>
              <a:tabLst>
                <a:tab algn="l" pos="0"/>
              </a:tabLst>
            </a:pPr>
            <a:r>
              <a:rPr b="0" lang="en-US" sz="1800" spc="-1" strike="noStrike">
                <a:solidFill>
                  <a:schemeClr val="dk1"/>
                </a:solidFill>
                <a:latin typeface="Calibri"/>
                <a:ea typeface="Calibri"/>
              </a:rPr>
              <a:t>Si el </a:t>
            </a:r>
            <a:r>
              <a:rPr b="0" lang="en-US" sz="1800" spc="-1" strike="noStrike">
                <a:solidFill>
                  <a:schemeClr val="accent3"/>
                </a:solidFill>
                <a:latin typeface="Calibri"/>
                <a:ea typeface="Calibri"/>
              </a:rPr>
              <a:t>36</a:t>
            </a:r>
            <a:r>
              <a:rPr b="0" lang="en-US" sz="1800" spc="-1" strike="noStrike">
                <a:solidFill>
                  <a:schemeClr val="dk1"/>
                </a:solidFill>
                <a:latin typeface="Calibri"/>
                <a:ea typeface="Calibri"/>
              </a:rPr>
              <a:t> está en l, entonces el índice del mismo está en el intervalo </a:t>
            </a:r>
            <a:r>
              <a:rPr b="0" lang="en-US" sz="1800" spc="-1" strike="noStrike">
                <a:solidFill>
                  <a:schemeClr val="accent2"/>
                </a:solidFill>
                <a:latin typeface="Calibri"/>
                <a:ea typeface="Calibri"/>
              </a:rPr>
              <a:t>[low,high] = [4,4]</a:t>
            </a:r>
            <a:r>
              <a:rPr b="0" lang="en-US" sz="1800" spc="-1" strike="noStrike">
                <a:solidFill>
                  <a:schemeClr val="dk1"/>
                </a:solidFill>
                <a:latin typeface="Calibri"/>
                <a:ea typeface="Calibri"/>
              </a:rPr>
              <a:t>.</a:t>
            </a:r>
            <a:endParaRPr b="0" lang="en-US" sz="1800" spc="-1" strike="noStrike">
              <a:solidFill>
                <a:srgbClr val="000000"/>
              </a:solidFill>
              <a:latin typeface="Arial"/>
            </a:endParaRPr>
          </a:p>
          <a:p>
            <a:pPr>
              <a:lnSpc>
                <a:spcPct val="100000"/>
              </a:lnSpc>
              <a:tabLst>
                <a:tab algn="l" pos="0"/>
              </a:tabLst>
            </a:pPr>
            <a:endParaRPr b="0" lang="en-US" sz="1800" spc="-1" strike="noStrike">
              <a:solidFill>
                <a:srgbClr val="000000"/>
              </a:solidFill>
              <a:latin typeface="Arial"/>
            </a:endParaRPr>
          </a:p>
          <a:p>
            <a:pPr>
              <a:lnSpc>
                <a:spcPct val="100000"/>
              </a:lnSpc>
              <a:tabLst>
                <a:tab algn="l" pos="0"/>
              </a:tabLst>
            </a:pPr>
            <a:r>
              <a:rPr b="1" lang="en-US" sz="1800" spc="-1" strike="noStrike">
                <a:solidFill>
                  <a:schemeClr val="dk1"/>
                </a:solidFill>
                <a:latin typeface="Calibri"/>
                <a:ea typeface="Calibri"/>
              </a:rPr>
              <a:t>L              </a:t>
            </a:r>
            <a:r>
              <a:rPr b="0" lang="en-US" sz="1800" spc="-1" strike="noStrike">
                <a:solidFill>
                  <a:schemeClr val="dk1"/>
                </a:solidFill>
                <a:latin typeface="Calibri"/>
                <a:ea typeface="Calibri"/>
              </a:rPr>
              <a:t>[2,    15,     28,     34,     35,     40,     50]</a:t>
            </a:r>
            <a:endParaRPr b="0" lang="en-US" sz="1800" spc="-1" strike="noStrike">
              <a:solidFill>
                <a:srgbClr val="000000"/>
              </a:solidFill>
              <a:latin typeface="Arial"/>
            </a:endParaRPr>
          </a:p>
          <a:p>
            <a:pPr>
              <a:lnSpc>
                <a:spcPct val="100000"/>
              </a:lnSpc>
              <a:tabLst>
                <a:tab algn="l" pos="0"/>
              </a:tabLst>
            </a:pPr>
            <a:r>
              <a:rPr b="0" lang="en-US" sz="1800" spc="-1" strike="noStrike">
                <a:solidFill>
                  <a:schemeClr val="dk1"/>
                </a:solidFill>
                <a:latin typeface="Calibri"/>
                <a:ea typeface="Calibri"/>
              </a:rPr>
              <a:t>Posición  0        1        2       3       </a:t>
            </a:r>
            <a:r>
              <a:rPr b="0" lang="en-US" sz="1800" spc="-1" strike="noStrike">
                <a:solidFill>
                  <a:srgbClr val="ff0000"/>
                </a:solidFill>
                <a:latin typeface="Calibri"/>
                <a:ea typeface="Calibri"/>
              </a:rPr>
              <a:t> 4        </a:t>
            </a:r>
            <a:r>
              <a:rPr b="0" lang="en-US" sz="1800" spc="-1" strike="noStrike">
                <a:solidFill>
                  <a:schemeClr val="dk1"/>
                </a:solidFill>
                <a:latin typeface="Calibri"/>
                <a:ea typeface="Calibri"/>
              </a:rPr>
              <a:t>5        6 </a:t>
            </a:r>
            <a:endParaRPr b="0" lang="en-US" sz="1800" spc="-1" strike="noStrike">
              <a:solidFill>
                <a:srgbClr val="000000"/>
              </a:solidFill>
              <a:latin typeface="Arial"/>
            </a:endParaRPr>
          </a:p>
          <a:p>
            <a:pPr>
              <a:lnSpc>
                <a:spcPct val="100000"/>
              </a:lnSpc>
              <a:tabLst>
                <a:tab algn="l" pos="0"/>
              </a:tabLst>
            </a:pPr>
            <a:r>
              <a:rPr b="0" lang="en-US" sz="1800" spc="-1" strike="noStrike">
                <a:solidFill>
                  <a:schemeClr val="dk1"/>
                </a:solidFill>
                <a:latin typeface="Calibri"/>
                <a:ea typeface="Calibri"/>
              </a:rPr>
              <a:t>                                                        </a:t>
            </a:r>
            <a:r>
              <a:rPr b="0" lang="en-US" sz="1800" spc="-1" strike="noStrike">
                <a:solidFill>
                  <a:srgbClr val="ff0000"/>
                </a:solidFill>
                <a:latin typeface="Calibri"/>
                <a:ea typeface="Calibri"/>
              </a:rPr>
              <a:t>low</a:t>
            </a:r>
            <a:endParaRPr b="0" lang="en-US" sz="1800" spc="-1" strike="noStrike">
              <a:solidFill>
                <a:srgbClr val="000000"/>
              </a:solidFill>
              <a:latin typeface="Arial"/>
            </a:endParaRPr>
          </a:p>
          <a:p>
            <a:pPr>
              <a:lnSpc>
                <a:spcPct val="100000"/>
              </a:lnSpc>
              <a:tabLst>
                <a:tab algn="l" pos="0"/>
              </a:tabLst>
            </a:pPr>
            <a:r>
              <a:rPr b="0" lang="en-US" sz="1800" spc="-1" strike="noStrike">
                <a:solidFill>
                  <a:srgbClr val="ffc000"/>
                </a:solidFill>
                <a:latin typeface="Calibri"/>
                <a:ea typeface="Calibri"/>
              </a:rPr>
              <a:t>                                                        </a:t>
            </a:r>
            <a:r>
              <a:rPr b="0" lang="en-US" sz="1800" spc="-1" strike="noStrike">
                <a:solidFill>
                  <a:srgbClr val="ffc000"/>
                </a:solidFill>
                <a:latin typeface="Calibri"/>
                <a:ea typeface="Calibri"/>
              </a:rPr>
              <a:t>mid</a:t>
            </a:r>
            <a:endParaRPr b="0" lang="en-US" sz="1800" spc="-1" strike="noStrike">
              <a:solidFill>
                <a:srgbClr val="000000"/>
              </a:solidFill>
              <a:latin typeface="Arial"/>
            </a:endParaRPr>
          </a:p>
          <a:p>
            <a:pPr>
              <a:lnSpc>
                <a:spcPct val="100000"/>
              </a:lnSpc>
              <a:tabLst>
                <a:tab algn="l" pos="0"/>
              </a:tabLst>
            </a:pPr>
            <a:r>
              <a:rPr b="0" lang="en-US" sz="1800" spc="-1" strike="noStrike">
                <a:solidFill>
                  <a:srgbClr val="ff0000"/>
                </a:solidFill>
                <a:latin typeface="Calibri"/>
                <a:ea typeface="Calibri"/>
              </a:rPr>
              <a:t>                                                        </a:t>
            </a:r>
            <a:r>
              <a:rPr b="0" lang="en-US" sz="1800" spc="-1" strike="noStrike">
                <a:solidFill>
                  <a:srgbClr val="ff0000"/>
                </a:solidFill>
                <a:latin typeface="Calibri"/>
                <a:ea typeface="Calibri"/>
              </a:rPr>
              <a:t>high</a:t>
            </a:r>
            <a:endParaRPr b="0" lang="en-US" sz="1800" spc="-1" strike="noStrike">
              <a:solidFill>
                <a:srgbClr val="000000"/>
              </a:solidFill>
              <a:latin typeface="Arial"/>
            </a:endParaRPr>
          </a:p>
          <a:p>
            <a:pPr>
              <a:lnSpc>
                <a:spcPct val="100000"/>
              </a:lnSpc>
              <a:tabLst>
                <a:tab algn="l" pos="0"/>
              </a:tabLst>
            </a:pPr>
            <a:endParaRPr b="0" lang="en-US" sz="1800" spc="-1" strike="noStrike">
              <a:solidFill>
                <a:srgbClr val="000000"/>
              </a:solidFill>
              <a:latin typeface="Arial"/>
            </a:endParaRPr>
          </a:p>
          <a:p>
            <a:pPr>
              <a:lnSpc>
                <a:spcPct val="100000"/>
              </a:lnSpc>
              <a:tabLst>
                <a:tab algn="l" pos="0"/>
              </a:tabLst>
            </a:pPr>
            <a:r>
              <a:rPr b="0" lang="en-US" sz="1800" spc="-1" strike="noStrike">
                <a:solidFill>
                  <a:schemeClr val="dk1"/>
                </a:solidFill>
                <a:latin typeface="Calibri"/>
                <a:ea typeface="Calibri"/>
              </a:rPr>
              <a:t>Aplicamos nuevamente el mismo razonamiento y partimos el intervalo a la mitad tomando el elemento ubicado en el medio, </a:t>
            </a:r>
            <a:r>
              <a:rPr b="0" lang="en-US" sz="1800" spc="-1" strike="noStrike">
                <a:solidFill>
                  <a:srgbClr val="ffc000"/>
                </a:solidFill>
                <a:latin typeface="Calibri"/>
                <a:ea typeface="Calibri"/>
              </a:rPr>
              <a:t>mid = (4 + 4)/2 = 4</a:t>
            </a:r>
            <a:r>
              <a:rPr b="0" lang="en-US" sz="1800" spc="-1" strike="noStrike">
                <a:solidFill>
                  <a:schemeClr val="dk1"/>
                </a:solidFill>
                <a:latin typeface="Calibri"/>
                <a:ea typeface="Calibri"/>
              </a:rPr>
              <a:t>, y analizamos el elemento en esa posición</a:t>
            </a:r>
            <a:endParaRPr b="0" lang="en-US" sz="1800" spc="-1" strike="noStrike">
              <a:solidFill>
                <a:srgbClr val="000000"/>
              </a:solidFill>
              <a:latin typeface="Arial"/>
            </a:endParaRPr>
          </a:p>
          <a:p>
            <a:pPr>
              <a:lnSpc>
                <a:spcPct val="100000"/>
              </a:lnSpc>
              <a:tabLst>
                <a:tab algn="l" pos="0"/>
              </a:tabLst>
            </a:pPr>
            <a:endParaRPr b="0" lang="en-US" sz="1800" spc="-1" strike="noStrike">
              <a:solidFill>
                <a:srgbClr val="000000"/>
              </a:solidFill>
              <a:latin typeface="Arial"/>
            </a:endParaRPr>
          </a:p>
          <a:p>
            <a:pPr marL="285840" indent="-285840">
              <a:lnSpc>
                <a:spcPct val="100000"/>
              </a:lnSpc>
              <a:buClr>
                <a:srgbClr val="000000"/>
              </a:buClr>
              <a:buFont typeface="Arial"/>
              <a:buChar char="•"/>
              <a:tabLst>
                <a:tab algn="l" pos="0"/>
              </a:tabLst>
            </a:pPr>
            <a:r>
              <a:rPr b="0" lang="en-US" sz="1800" spc="-1" strike="noStrike">
                <a:solidFill>
                  <a:schemeClr val="dk1"/>
                </a:solidFill>
                <a:latin typeface="Calibri"/>
                <a:ea typeface="Calibri"/>
              </a:rPr>
              <a:t>El elemento en la posición </a:t>
            </a:r>
            <a:r>
              <a:rPr b="0" lang="en-US" sz="1800" spc="-1" strike="noStrike">
                <a:solidFill>
                  <a:srgbClr val="ffc000"/>
                </a:solidFill>
                <a:latin typeface="Calibri"/>
                <a:ea typeface="Calibri"/>
              </a:rPr>
              <a:t>mid</a:t>
            </a:r>
            <a:r>
              <a:rPr b="0" lang="en-US" sz="1800" spc="-1" strike="noStrike">
                <a:solidFill>
                  <a:schemeClr val="dk1"/>
                </a:solidFill>
                <a:latin typeface="Calibri"/>
                <a:ea typeface="Calibri"/>
              </a:rPr>
              <a:t> es el buscado? </a:t>
            </a:r>
            <a:r>
              <a:rPr b="0" lang="en-US" sz="1800" spc="-1" strike="noStrike">
                <a:solidFill>
                  <a:schemeClr val="accent2"/>
                </a:solidFill>
                <a:latin typeface="Calibri"/>
                <a:ea typeface="Calibri"/>
              </a:rPr>
              <a:t>NO</a:t>
            </a:r>
            <a:r>
              <a:rPr b="0" lang="en-US" sz="1800" spc="-1" strike="noStrike">
                <a:solidFill>
                  <a:schemeClr val="dk1"/>
                </a:solidFill>
                <a:latin typeface="Calibri"/>
                <a:ea typeface="Calibri"/>
              </a:rPr>
              <a:t>.</a:t>
            </a:r>
            <a:endParaRPr b="0" lang="en-US" sz="1800" spc="-1" strike="noStrike">
              <a:solidFill>
                <a:srgbClr val="000000"/>
              </a:solidFill>
              <a:latin typeface="Arial"/>
            </a:endParaRPr>
          </a:p>
          <a:p>
            <a:pPr marL="285840" indent="-171360">
              <a:lnSpc>
                <a:spcPct val="100000"/>
              </a:lnSpc>
              <a:tabLst>
                <a:tab algn="l" pos="0"/>
              </a:tabLst>
            </a:pPr>
            <a:endParaRPr b="0" lang="en-US" sz="1800" spc="-1" strike="noStrike">
              <a:solidFill>
                <a:srgbClr val="000000"/>
              </a:solidFill>
              <a:latin typeface="Arial"/>
            </a:endParaRPr>
          </a:p>
          <a:p>
            <a:pPr>
              <a:lnSpc>
                <a:spcPct val="100000"/>
              </a:lnSpc>
              <a:tabLst>
                <a:tab algn="l" pos="0"/>
              </a:tabLst>
            </a:pPr>
            <a:r>
              <a:rPr b="0" lang="en-US" sz="1800" spc="-1" strike="noStrike">
                <a:solidFill>
                  <a:schemeClr val="dk1"/>
                </a:solidFill>
                <a:latin typeface="Calibri"/>
                <a:ea typeface="Calibri"/>
              </a:rPr>
              <a:t>Dado que </a:t>
            </a:r>
            <a:r>
              <a:rPr b="0" lang="en-US" sz="1800" spc="-1" strike="noStrike">
                <a:solidFill>
                  <a:schemeClr val="accent3"/>
                </a:solidFill>
                <a:latin typeface="Calibri"/>
                <a:ea typeface="Calibri"/>
              </a:rPr>
              <a:t>36</a:t>
            </a:r>
            <a:r>
              <a:rPr b="0" lang="en-US" sz="1800" spc="-1" strike="noStrike">
                <a:solidFill>
                  <a:schemeClr val="dk1"/>
                </a:solidFill>
                <a:latin typeface="Calibri"/>
                <a:ea typeface="Calibri"/>
              </a:rPr>
              <a:t> es mayor a </a:t>
            </a:r>
            <a:r>
              <a:rPr b="0" lang="en-US" sz="1800" spc="-1" strike="noStrike">
                <a:solidFill>
                  <a:srgbClr val="ffc000"/>
                </a:solidFill>
                <a:latin typeface="Calibri"/>
                <a:ea typeface="Calibri"/>
              </a:rPr>
              <a:t>mid</a:t>
            </a:r>
            <a:r>
              <a:rPr b="0" lang="en-US" sz="1800" spc="-1" strike="noStrike">
                <a:solidFill>
                  <a:schemeClr val="dk1"/>
                </a:solidFill>
                <a:latin typeface="Calibri"/>
                <a:ea typeface="Calibri"/>
              </a:rPr>
              <a:t>, entonces actualizamos el intervalo a </a:t>
            </a:r>
            <a:r>
              <a:rPr b="0" lang="en-US" sz="1800" spc="-1" strike="noStrike">
                <a:solidFill>
                  <a:srgbClr val="c00000"/>
                </a:solidFill>
                <a:latin typeface="Calibri"/>
                <a:ea typeface="Calibri"/>
              </a:rPr>
              <a:t>[low,high] =</a:t>
            </a:r>
            <a:endParaRPr b="0" lang="en-US" sz="1800" spc="-1" strike="noStrike">
              <a:solidFill>
                <a:srgbClr val="000000"/>
              </a:solidFill>
              <a:latin typeface="Arial"/>
            </a:endParaRPr>
          </a:p>
          <a:p>
            <a:pPr>
              <a:lnSpc>
                <a:spcPct val="100000"/>
              </a:lnSpc>
              <a:tabLst>
                <a:tab algn="l" pos="0"/>
              </a:tabLst>
            </a:pPr>
            <a:r>
              <a:rPr b="0" lang="en-US" sz="1800" spc="-1" strike="noStrike">
                <a:solidFill>
                  <a:srgbClr val="c00000"/>
                </a:solidFill>
                <a:latin typeface="Calibri"/>
                <a:ea typeface="Calibri"/>
              </a:rPr>
              <a:t>[mid+1,high] = [5,4].</a:t>
            </a:r>
            <a:endParaRPr b="0" lang="en-US" sz="1800" spc="-1" strike="noStrike">
              <a:solidFill>
                <a:srgbClr val="000000"/>
              </a:solidFill>
              <a:latin typeface="Arial"/>
            </a:endParaRPr>
          </a:p>
        </p:txBody>
      </p:sp>
      <p:pic>
        <p:nvPicPr>
          <p:cNvPr id="141" name="Google Shape;201;p24" descr="di_tella2.png"/>
          <p:cNvPicPr/>
          <p:nvPr/>
        </p:nvPicPr>
        <p:blipFill>
          <a:blip r:embed="rId1"/>
          <a:stretch/>
        </p:blipFill>
        <p:spPr>
          <a:xfrm>
            <a:off x="8325360" y="20160"/>
            <a:ext cx="818280" cy="507600"/>
          </a:xfrm>
          <a:prstGeom prst="rect">
            <a:avLst/>
          </a:prstGeom>
          <a:ln w="0">
            <a:noFill/>
          </a:ln>
        </p:spPr>
      </p:pic>
      <p:sp>
        <p:nvSpPr>
          <p:cNvPr id="142" name="Google Shape;202;p24"/>
          <p:cNvSpPr/>
          <p:nvPr/>
        </p:nvSpPr>
        <p:spPr>
          <a:xfrm>
            <a:off x="254160" y="190440"/>
            <a:ext cx="5714640" cy="36540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1800" spc="-1" strike="noStrike">
                <a:solidFill>
                  <a:srgbClr val="2d2d2d"/>
                </a:solidFill>
                <a:latin typeface="Calibri"/>
                <a:ea typeface="Calibri"/>
              </a:rPr>
              <a:t>Métodos Analíticos y Programación</a:t>
            </a:r>
            <a:endParaRPr b="0" lang="en-US" sz="1800" spc="-1" strike="noStrike">
              <a:solidFill>
                <a:srgbClr val="000000"/>
              </a:solidFill>
              <a:latin typeface="Arial"/>
            </a:endParaRPr>
          </a:p>
        </p:txBody>
      </p:sp>
      <p:sp>
        <p:nvSpPr>
          <p:cNvPr id="143" name="Google Shape;203;p24"/>
          <p:cNvSpPr/>
          <p:nvPr/>
        </p:nvSpPr>
        <p:spPr>
          <a:xfrm>
            <a:off x="177840" y="6550200"/>
            <a:ext cx="5714640" cy="30456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0" lang="en-US" sz="1400" spc="-1" strike="noStrike">
                <a:solidFill>
                  <a:srgbClr val="ffffff"/>
                </a:solidFill>
                <a:latin typeface="Calibri"/>
                <a:ea typeface="Calibri"/>
              </a:rPr>
              <a:t>Pablo J Piccoli Bornia</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 name="Google Shape;208;p25"/>
          <p:cNvSpPr/>
          <p:nvPr/>
        </p:nvSpPr>
        <p:spPr>
          <a:xfrm>
            <a:off x="0" y="0"/>
            <a:ext cx="9143640" cy="548280"/>
          </a:xfrm>
          <a:prstGeom prst="rect">
            <a:avLst/>
          </a:prstGeom>
          <a:solidFill>
            <a:srgbClr val="ffd966"/>
          </a:solidFill>
          <a:ln w="0">
            <a:noFill/>
          </a:ln>
          <a:effectLst>
            <a:outerShdw blurRad="39960" dir="5400000" dist="23040" rotWithShape="0">
              <a:srgbClr val="000000">
                <a:alpha val="35000"/>
              </a:srgbClr>
            </a:outerShdw>
          </a:effectLst>
        </p:spPr>
        <p:style>
          <a:lnRef idx="0"/>
          <a:fillRef idx="0"/>
          <a:effectRef idx="0"/>
          <a:fontRef idx="minor"/>
        </p:style>
        <p:txBody>
          <a:bodyPr anchor="ctr">
            <a:noAutofit/>
          </a:bodyPr>
          <a:p>
            <a:pPr algn="ctr">
              <a:lnSpc>
                <a:spcPct val="100000"/>
              </a:lnSpc>
              <a:tabLst>
                <a:tab algn="l" pos="0"/>
              </a:tabLst>
            </a:pPr>
            <a:endParaRPr b="0" lang="en-US" sz="1400" spc="-1" strike="noStrike">
              <a:solidFill>
                <a:srgbClr val="000000"/>
              </a:solidFill>
              <a:latin typeface="Arial"/>
            </a:endParaRPr>
          </a:p>
        </p:txBody>
      </p:sp>
      <p:sp>
        <p:nvSpPr>
          <p:cNvPr id="145" name="Google Shape;209;p25"/>
          <p:cNvSpPr/>
          <p:nvPr/>
        </p:nvSpPr>
        <p:spPr>
          <a:xfrm>
            <a:off x="0" y="6492240"/>
            <a:ext cx="9143640" cy="365400"/>
          </a:xfrm>
          <a:prstGeom prst="rect">
            <a:avLst/>
          </a:prstGeom>
          <a:solidFill>
            <a:srgbClr val="282828"/>
          </a:solidFill>
          <a:ln w="9525">
            <a:solidFill>
              <a:srgbClr val="4a7dba"/>
            </a:solidFill>
            <a:round/>
          </a:ln>
          <a:effectLst>
            <a:outerShdw blurRad="39960" dir="5400000" dist="23040" rotWithShape="0">
              <a:srgbClr val="000000">
                <a:alpha val="35000"/>
              </a:srgbClr>
            </a:outerShdw>
          </a:effectLst>
        </p:spPr>
        <p:style>
          <a:lnRef idx="0"/>
          <a:fillRef idx="0"/>
          <a:effectRef idx="0"/>
          <a:fontRef idx="minor"/>
        </p:style>
        <p:txBody>
          <a:bodyPr anchor="ctr">
            <a:noAutofit/>
          </a:bodyPr>
          <a:p>
            <a:pPr algn="ctr">
              <a:lnSpc>
                <a:spcPct val="100000"/>
              </a:lnSpc>
              <a:tabLst>
                <a:tab algn="l" pos="0"/>
              </a:tabLst>
            </a:pPr>
            <a:endParaRPr b="0" lang="en-US" sz="1400" spc="-1" strike="noStrike">
              <a:solidFill>
                <a:srgbClr val="ffffff"/>
              </a:solidFill>
              <a:latin typeface="Arial"/>
            </a:endParaRPr>
          </a:p>
        </p:txBody>
      </p:sp>
      <p:sp>
        <p:nvSpPr>
          <p:cNvPr id="146" name="Google Shape;210;p25"/>
          <p:cNvSpPr/>
          <p:nvPr/>
        </p:nvSpPr>
        <p:spPr>
          <a:xfrm>
            <a:off x="365760" y="731520"/>
            <a:ext cx="3977640" cy="48780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2600" spc="-1" strike="noStrike">
                <a:solidFill>
                  <a:srgbClr val="323232"/>
                </a:solidFill>
                <a:latin typeface="Calibri"/>
                <a:ea typeface="Calibri"/>
              </a:rPr>
              <a:t>Búsqueda Binaria</a:t>
            </a:r>
            <a:endParaRPr b="0" lang="en-US" sz="2600" spc="-1" strike="noStrike">
              <a:solidFill>
                <a:srgbClr val="000000"/>
              </a:solidFill>
              <a:latin typeface="Arial"/>
            </a:endParaRPr>
          </a:p>
        </p:txBody>
      </p:sp>
      <p:sp>
        <p:nvSpPr>
          <p:cNvPr id="147" name="Google Shape;211;p25"/>
          <p:cNvSpPr/>
          <p:nvPr/>
        </p:nvSpPr>
        <p:spPr>
          <a:xfrm>
            <a:off x="365760" y="1448280"/>
            <a:ext cx="8341560" cy="4480200"/>
          </a:xfrm>
          <a:prstGeom prst="rect">
            <a:avLst/>
          </a:prstGeom>
          <a:noFill/>
          <a:ln w="0">
            <a:noFill/>
          </a:ln>
        </p:spPr>
        <p:style>
          <a:lnRef idx="0"/>
          <a:fillRef idx="0"/>
          <a:effectRef idx="0"/>
          <a:fontRef idx="minor"/>
        </p:style>
        <p:txBody>
          <a:bodyPr anchor="t">
            <a:spAutoFit/>
          </a:bodyPr>
          <a:p>
            <a:pPr algn="ctr">
              <a:lnSpc>
                <a:spcPct val="100000"/>
              </a:lnSpc>
              <a:tabLst>
                <a:tab algn="l" pos="0"/>
              </a:tabLst>
            </a:pPr>
            <a:r>
              <a:rPr b="0" lang="en-US" sz="1800" spc="-1" strike="noStrike">
                <a:solidFill>
                  <a:schemeClr val="dk1"/>
                </a:solidFill>
                <a:latin typeface="Calibri"/>
                <a:ea typeface="Calibri"/>
              </a:rPr>
              <a:t>Qué podemos deducir del intervalo [5,4]?</a:t>
            </a:r>
            <a:endParaRPr b="0" lang="en-US" sz="1800" spc="-1" strike="noStrike">
              <a:solidFill>
                <a:srgbClr val="000000"/>
              </a:solidFill>
              <a:latin typeface="Arial"/>
            </a:endParaRPr>
          </a:p>
          <a:p>
            <a:pPr algn="ctr">
              <a:lnSpc>
                <a:spcPct val="100000"/>
              </a:lnSpc>
              <a:tabLst>
                <a:tab algn="l" pos="0"/>
              </a:tabLst>
            </a:pPr>
            <a:r>
              <a:rPr b="0" lang="en-US" sz="1800" spc="-1" strike="noStrike">
                <a:solidFill>
                  <a:schemeClr val="dk1"/>
                </a:solidFill>
                <a:latin typeface="Calibri"/>
                <a:ea typeface="Calibri"/>
              </a:rPr>
              <a:t>Y esto qué significa?</a:t>
            </a:r>
            <a:endParaRPr b="0" lang="en-US" sz="1800" spc="-1" strike="noStrike">
              <a:solidFill>
                <a:srgbClr val="000000"/>
              </a:solidFill>
              <a:latin typeface="Arial"/>
            </a:endParaRPr>
          </a:p>
          <a:p>
            <a:pPr algn="ctr">
              <a:lnSpc>
                <a:spcPct val="100000"/>
              </a:lnSpc>
              <a:tabLst>
                <a:tab algn="l" pos="0"/>
              </a:tabLst>
            </a:pPr>
            <a:r>
              <a:rPr b="0" lang="en-US" sz="1800" spc="-1" strike="noStrike">
                <a:solidFill>
                  <a:schemeClr val="dk1"/>
                </a:solidFill>
                <a:latin typeface="Calibri"/>
                <a:ea typeface="Calibri"/>
              </a:rPr>
              <a:t>Cómo podemos justificar esto úlitmo?</a:t>
            </a:r>
            <a:endParaRPr b="0" lang="en-US" sz="1800" spc="-1" strike="noStrike">
              <a:solidFill>
                <a:srgbClr val="000000"/>
              </a:solidFill>
              <a:latin typeface="Arial"/>
            </a:endParaRPr>
          </a:p>
          <a:p>
            <a:pPr>
              <a:lnSpc>
                <a:spcPct val="100000"/>
              </a:lnSpc>
              <a:tabLst>
                <a:tab algn="l" pos="0"/>
              </a:tabLst>
            </a:pPr>
            <a:endParaRPr b="0" lang="en-US" sz="1800" spc="-1" strike="noStrike">
              <a:solidFill>
                <a:srgbClr val="000000"/>
              </a:solidFill>
              <a:latin typeface="Arial"/>
            </a:endParaRPr>
          </a:p>
          <a:p>
            <a:pPr>
              <a:lnSpc>
                <a:spcPct val="100000"/>
              </a:lnSpc>
              <a:tabLst>
                <a:tab algn="l" pos="0"/>
              </a:tabLst>
            </a:pPr>
            <a:r>
              <a:rPr b="0" lang="en-US" sz="1800" spc="-1" strike="noStrike">
                <a:solidFill>
                  <a:schemeClr val="dk1"/>
                </a:solidFill>
                <a:latin typeface="Calibri"/>
                <a:ea typeface="Calibri"/>
              </a:rPr>
              <a:t>Resumiendo:</a:t>
            </a:r>
            <a:endParaRPr b="0" lang="en-US" sz="1800" spc="-1" strike="noStrike">
              <a:solidFill>
                <a:srgbClr val="000000"/>
              </a:solidFill>
              <a:latin typeface="Arial"/>
            </a:endParaRPr>
          </a:p>
          <a:p>
            <a:pPr marL="285840" indent="-285840">
              <a:lnSpc>
                <a:spcPct val="100000"/>
              </a:lnSpc>
              <a:buClr>
                <a:srgbClr val="000000"/>
              </a:buClr>
              <a:buFont typeface="Arial"/>
              <a:buChar char="•"/>
              <a:tabLst>
                <a:tab algn="l" pos="0"/>
              </a:tabLst>
            </a:pPr>
            <a:r>
              <a:rPr b="0" lang="en-US" sz="1800" spc="-1" strike="noStrike">
                <a:solidFill>
                  <a:schemeClr val="dk1"/>
                </a:solidFill>
                <a:latin typeface="Calibri"/>
                <a:ea typeface="Calibri"/>
              </a:rPr>
              <a:t>Si el elemento está, entonces en algún momento lo encontramos al tomar el punto medio </a:t>
            </a:r>
            <a:r>
              <a:rPr b="0" lang="en-US" sz="1800" spc="-1" strike="noStrike">
                <a:solidFill>
                  <a:srgbClr val="ffc000"/>
                </a:solidFill>
                <a:latin typeface="Calibri"/>
                <a:ea typeface="Calibri"/>
              </a:rPr>
              <a:t>mid</a:t>
            </a:r>
            <a:r>
              <a:rPr b="0" lang="en-US" sz="1800" spc="-1" strike="noStrike">
                <a:solidFill>
                  <a:schemeClr val="dk1"/>
                </a:solidFill>
                <a:latin typeface="Calibri"/>
                <a:ea typeface="Calibri"/>
              </a:rPr>
              <a:t> y verificando el valor de la lista en esa posición.</a:t>
            </a:r>
            <a:endParaRPr b="0" lang="en-US" sz="1800" spc="-1" strike="noStrike">
              <a:solidFill>
                <a:srgbClr val="000000"/>
              </a:solidFill>
              <a:latin typeface="Arial"/>
            </a:endParaRPr>
          </a:p>
          <a:p>
            <a:pPr marL="285840" indent="-285840">
              <a:lnSpc>
                <a:spcPct val="100000"/>
              </a:lnSpc>
              <a:buClr>
                <a:srgbClr val="000000"/>
              </a:buClr>
              <a:buFont typeface="Arial"/>
              <a:buChar char="•"/>
              <a:tabLst>
                <a:tab algn="l" pos="0"/>
              </a:tabLst>
            </a:pPr>
            <a:r>
              <a:rPr b="0" lang="en-US" sz="1800" spc="-1" strike="noStrike">
                <a:solidFill>
                  <a:schemeClr val="dk1"/>
                </a:solidFill>
                <a:latin typeface="Calibri"/>
                <a:ea typeface="Calibri"/>
              </a:rPr>
              <a:t>Si no está, en algún momento </a:t>
            </a:r>
            <a:r>
              <a:rPr b="0" lang="en-US" sz="1800" spc="-1" strike="noStrike">
                <a:solidFill>
                  <a:srgbClr val="c00000"/>
                </a:solidFill>
                <a:latin typeface="Calibri"/>
                <a:ea typeface="Calibri"/>
              </a:rPr>
              <a:t>low &gt; high</a:t>
            </a:r>
            <a:r>
              <a:rPr b="0" lang="en-US" sz="1800" spc="-1" strike="noStrike">
                <a:solidFill>
                  <a:schemeClr val="dk1"/>
                </a:solidFill>
                <a:latin typeface="Calibri"/>
                <a:ea typeface="Calibri"/>
              </a:rPr>
              <a:t>.</a:t>
            </a:r>
            <a:endParaRPr b="0" lang="en-US" sz="1800" spc="-1" strike="noStrike">
              <a:solidFill>
                <a:srgbClr val="000000"/>
              </a:solidFill>
              <a:latin typeface="Arial"/>
            </a:endParaRPr>
          </a:p>
          <a:p>
            <a:pPr marL="285840" indent="-285840">
              <a:lnSpc>
                <a:spcPct val="100000"/>
              </a:lnSpc>
              <a:buClr>
                <a:srgbClr val="000000"/>
              </a:buClr>
              <a:buFont typeface="Arial"/>
              <a:buChar char="•"/>
              <a:tabLst>
                <a:tab algn="l" pos="0"/>
              </a:tabLst>
            </a:pPr>
            <a:r>
              <a:rPr b="0" lang="en-US" sz="1800" spc="-1" strike="noStrike">
                <a:solidFill>
                  <a:schemeClr val="dk1"/>
                </a:solidFill>
                <a:latin typeface="Calibri"/>
                <a:ea typeface="Calibri"/>
              </a:rPr>
              <a:t>Cuidado: al tomar el punto medio, utilizar división entera (//) para evitar problemas en caso que el rango </a:t>
            </a:r>
            <a:r>
              <a:rPr b="0" lang="en-US" sz="1800" spc="-1" strike="noStrike">
                <a:solidFill>
                  <a:srgbClr val="c00000"/>
                </a:solidFill>
                <a:latin typeface="Calibri"/>
                <a:ea typeface="Calibri"/>
              </a:rPr>
              <a:t>[low,high] </a:t>
            </a:r>
            <a:r>
              <a:rPr b="0" lang="en-US" sz="1800" spc="-1" strike="noStrike">
                <a:solidFill>
                  <a:schemeClr val="dk1"/>
                </a:solidFill>
                <a:latin typeface="Calibri"/>
                <a:ea typeface="Calibri"/>
              </a:rPr>
              <a:t>tenga una cantidad par de posiciones (y, por lo tanto, no hay un único elemento en el medio).</a:t>
            </a:r>
            <a:endParaRPr b="0" lang="en-US" sz="1800" spc="-1" strike="noStrike">
              <a:solidFill>
                <a:srgbClr val="000000"/>
              </a:solidFill>
              <a:latin typeface="Arial"/>
            </a:endParaRPr>
          </a:p>
          <a:p>
            <a:pPr>
              <a:lnSpc>
                <a:spcPct val="100000"/>
              </a:lnSpc>
              <a:tabLst>
                <a:tab algn="l" pos="0"/>
              </a:tabLst>
            </a:pPr>
            <a:endParaRPr b="0" lang="en-US" sz="1800" spc="-1" strike="noStrike">
              <a:solidFill>
                <a:srgbClr val="000000"/>
              </a:solidFill>
              <a:latin typeface="Arial"/>
            </a:endParaRPr>
          </a:p>
          <a:p>
            <a:pPr algn="ctr">
              <a:lnSpc>
                <a:spcPct val="100000"/>
              </a:lnSpc>
              <a:tabLst>
                <a:tab algn="l" pos="0"/>
              </a:tabLst>
            </a:pPr>
            <a:r>
              <a:rPr b="1" lang="en-US" sz="1800" spc="-1" strike="noStrike">
                <a:solidFill>
                  <a:schemeClr val="dk1"/>
                </a:solidFill>
                <a:latin typeface="Calibri"/>
                <a:ea typeface="Calibri"/>
              </a:rPr>
              <a:t>Sabemos </a:t>
            </a:r>
            <a:r>
              <a:rPr b="1" i="1" lang="en-US" sz="1800" spc="-1" strike="noStrike">
                <a:solidFill>
                  <a:schemeClr val="dk1"/>
                </a:solidFill>
                <a:latin typeface="Calibri"/>
                <a:ea typeface="Calibri"/>
              </a:rPr>
              <a:t>a priori </a:t>
            </a:r>
            <a:r>
              <a:rPr b="1" lang="en-US" sz="1800" spc="-1" strike="noStrike">
                <a:solidFill>
                  <a:schemeClr val="dk1"/>
                </a:solidFill>
                <a:latin typeface="Calibri"/>
                <a:ea typeface="Calibri"/>
              </a:rPr>
              <a:t>cuántas iteraciones vamos a hacer en el peor de los casos?</a:t>
            </a:r>
            <a:endParaRPr b="0" lang="en-US" sz="1800" spc="-1" strike="noStrike">
              <a:solidFill>
                <a:srgbClr val="000000"/>
              </a:solidFill>
              <a:latin typeface="Arial"/>
            </a:endParaRPr>
          </a:p>
          <a:p>
            <a:pPr algn="ctr">
              <a:lnSpc>
                <a:spcPct val="100000"/>
              </a:lnSpc>
              <a:tabLst>
                <a:tab algn="l" pos="0"/>
              </a:tabLst>
            </a:pPr>
            <a:r>
              <a:rPr b="1" lang="en-US" sz="1800" spc="-1" strike="noStrike">
                <a:solidFill>
                  <a:schemeClr val="dk1"/>
                </a:solidFill>
                <a:latin typeface="Calibri"/>
                <a:ea typeface="Calibri"/>
              </a:rPr>
              <a:t>Cómo sabemos cuándo vamos a terminar de iterar?</a:t>
            </a:r>
            <a:endParaRPr b="0" lang="en-US" sz="1800" spc="-1" strike="noStrike">
              <a:solidFill>
                <a:srgbClr val="000000"/>
              </a:solidFill>
              <a:latin typeface="Arial"/>
            </a:endParaRPr>
          </a:p>
        </p:txBody>
      </p:sp>
      <p:pic>
        <p:nvPicPr>
          <p:cNvPr id="148" name="Google Shape;212;p25" descr="di_tella2.png"/>
          <p:cNvPicPr/>
          <p:nvPr/>
        </p:nvPicPr>
        <p:blipFill>
          <a:blip r:embed="rId1"/>
          <a:stretch/>
        </p:blipFill>
        <p:spPr>
          <a:xfrm>
            <a:off x="8325360" y="20160"/>
            <a:ext cx="818280" cy="507600"/>
          </a:xfrm>
          <a:prstGeom prst="rect">
            <a:avLst/>
          </a:prstGeom>
          <a:ln w="0">
            <a:noFill/>
          </a:ln>
        </p:spPr>
      </p:pic>
      <p:sp>
        <p:nvSpPr>
          <p:cNvPr id="149" name="Google Shape;213;p25"/>
          <p:cNvSpPr/>
          <p:nvPr/>
        </p:nvSpPr>
        <p:spPr>
          <a:xfrm>
            <a:off x="254160" y="190440"/>
            <a:ext cx="5714640" cy="36540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1800" spc="-1" strike="noStrike">
                <a:solidFill>
                  <a:srgbClr val="2d2d2d"/>
                </a:solidFill>
                <a:latin typeface="Calibri"/>
                <a:ea typeface="Calibri"/>
              </a:rPr>
              <a:t>Métodos Analíticos y Programación</a:t>
            </a:r>
            <a:endParaRPr b="0" lang="en-US" sz="1800" spc="-1" strike="noStrike">
              <a:solidFill>
                <a:srgbClr val="000000"/>
              </a:solidFill>
              <a:latin typeface="Arial"/>
            </a:endParaRPr>
          </a:p>
        </p:txBody>
      </p:sp>
      <p:sp>
        <p:nvSpPr>
          <p:cNvPr id="150" name="Google Shape;214;p25"/>
          <p:cNvSpPr/>
          <p:nvPr/>
        </p:nvSpPr>
        <p:spPr>
          <a:xfrm>
            <a:off x="177840" y="6550200"/>
            <a:ext cx="5714640" cy="30456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0" lang="en-US" sz="1400" spc="-1" strike="noStrike">
                <a:solidFill>
                  <a:srgbClr val="ffffff"/>
                </a:solidFill>
                <a:latin typeface="Calibri"/>
                <a:ea typeface="Calibri"/>
              </a:rPr>
              <a:t>Pablo J Piccoli Bornia</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 name="Google Shape;219;p26"/>
          <p:cNvSpPr/>
          <p:nvPr/>
        </p:nvSpPr>
        <p:spPr>
          <a:xfrm>
            <a:off x="2240640" y="3207600"/>
            <a:ext cx="3676320" cy="357480"/>
          </a:xfrm>
          <a:prstGeom prst="rect">
            <a:avLst/>
          </a:prstGeom>
          <a:noFill/>
          <a:ln w="0">
            <a:noFill/>
          </a:ln>
        </p:spPr>
        <p:style>
          <a:lnRef idx="0"/>
          <a:fillRef idx="0"/>
          <a:effectRef idx="0"/>
          <a:fontRef idx="minor"/>
        </p:style>
        <p:txBody>
          <a:bodyPr lIns="0" rIns="0" tIns="22680" bIns="0" anchor="t">
            <a:spAutoFit/>
          </a:bodyPr>
          <a:p>
            <a:pPr marL="25560">
              <a:lnSpc>
                <a:spcPct val="100000"/>
              </a:lnSpc>
              <a:tabLst>
                <a:tab algn="l" pos="0"/>
              </a:tabLst>
            </a:pPr>
            <a:r>
              <a:rPr b="0" lang="en-US" sz="2200" spc="-1" strike="noStrike" cap="small">
                <a:solidFill>
                  <a:srgbClr val="f4f2ed"/>
                </a:solidFill>
                <a:latin typeface="Tahoma"/>
                <a:ea typeface="Tahoma"/>
              </a:rPr>
              <a:t>EJERCICIO</a:t>
            </a:r>
            <a:endParaRPr b="0" lang="en-US" sz="2200" spc="-1" strike="noStrike">
              <a:solidFill>
                <a:srgbClr val="000000"/>
              </a:solidFill>
              <a:latin typeface="Arial"/>
            </a:endParaRPr>
          </a:p>
        </p:txBody>
      </p:sp>
      <p:grpSp>
        <p:nvGrpSpPr>
          <p:cNvPr id="152" name="Google Shape;220;p26"/>
          <p:cNvGrpSpPr/>
          <p:nvPr/>
        </p:nvGrpSpPr>
        <p:grpSpPr>
          <a:xfrm>
            <a:off x="2260800" y="3600000"/>
            <a:ext cx="4642200" cy="50040"/>
            <a:chOff x="2260800" y="3600000"/>
            <a:chExt cx="4642200" cy="50040"/>
          </a:xfrm>
        </p:grpSpPr>
        <p:sp>
          <p:nvSpPr>
            <p:cNvPr id="153" name="Google Shape;221;p26"/>
            <p:cNvSpPr/>
            <p:nvPr/>
          </p:nvSpPr>
          <p:spPr>
            <a:xfrm>
              <a:off x="2260800" y="3600000"/>
              <a:ext cx="4642200" cy="50040"/>
            </a:xfrm>
            <a:custGeom>
              <a:avLst/>
              <a:gdLst>
                <a:gd name="textAreaLeft" fmla="*/ 0 w 4642200"/>
                <a:gd name="textAreaRight" fmla="*/ 4642560 w 4642200"/>
                <a:gd name="textAreaTop" fmla="*/ 0 h 50040"/>
                <a:gd name="textAreaBottom" fmla="*/ 50400 h 50040"/>
              </a:gdLst>
              <a:ahLst/>
              <a:rect l="textAreaLeft" t="textAreaTop" r="textAreaRight" b="textAreaBottom"/>
              <a:pathLst>
                <a:path w="2340610" h="25400">
                  <a:moveTo>
                    <a:pt x="0" y="25305"/>
                  </a:moveTo>
                  <a:lnTo>
                    <a:pt x="0" y="0"/>
                  </a:lnTo>
                  <a:lnTo>
                    <a:pt x="2340180" y="0"/>
                  </a:lnTo>
                  <a:lnTo>
                    <a:pt x="2340180" y="25305"/>
                  </a:lnTo>
                  <a:lnTo>
                    <a:pt x="0" y="25305"/>
                  </a:lnTo>
                  <a:close/>
                </a:path>
              </a:pathLst>
            </a:custGeom>
            <a:solidFill>
              <a:srgbClr val="f4f2ed"/>
            </a:solidFill>
            <a:ln w="0">
              <a:noFill/>
            </a:ln>
          </p:spPr>
          <p:style>
            <a:lnRef idx="0"/>
            <a:fillRef idx="0"/>
            <a:effectRef idx="0"/>
            <a:fontRef idx="minor"/>
          </p:style>
          <p:txBody>
            <a:bodyPr lIns="0" rIns="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54" name="Google Shape;222;p26"/>
            <p:cNvSpPr/>
            <p:nvPr/>
          </p:nvSpPr>
          <p:spPr>
            <a:xfrm>
              <a:off x="2260800" y="3600000"/>
              <a:ext cx="4642200" cy="50040"/>
            </a:xfrm>
            <a:custGeom>
              <a:avLst/>
              <a:gdLst>
                <a:gd name="textAreaLeft" fmla="*/ 0 w 4642200"/>
                <a:gd name="textAreaRight" fmla="*/ 4642560 w 4642200"/>
                <a:gd name="textAreaTop" fmla="*/ 0 h 50040"/>
                <a:gd name="textAreaBottom" fmla="*/ 50400 h 50040"/>
              </a:gdLst>
              <a:ahLst/>
              <a:rect l="textAreaLeft" t="textAreaTop" r="textAreaRight" b="textAreaBottom"/>
              <a:pathLst>
                <a:path w="2340610" h="25400">
                  <a:moveTo>
                    <a:pt x="0" y="25305"/>
                  </a:moveTo>
                  <a:lnTo>
                    <a:pt x="0" y="0"/>
                  </a:lnTo>
                  <a:lnTo>
                    <a:pt x="2340180" y="0"/>
                  </a:lnTo>
                  <a:lnTo>
                    <a:pt x="2340180" y="25305"/>
                  </a:lnTo>
                  <a:lnTo>
                    <a:pt x="0" y="25305"/>
                  </a:lnTo>
                  <a:close/>
                </a:path>
              </a:pathLst>
            </a:custGeom>
            <a:noFill/>
            <a:ln w="18875">
              <a:solidFill>
                <a:srgbClr val="f4f2ed"/>
              </a:solidFill>
              <a:round/>
            </a:ln>
          </p:spPr>
          <p:style>
            <a:lnRef idx="0"/>
            <a:fillRef idx="0"/>
            <a:effectRef idx="0"/>
            <a:fontRef idx="minor"/>
          </p:style>
          <p:txBody>
            <a:bodyPr lIns="0" rIns="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55" name="Google Shape;223;p26"/>
            <p:cNvSpPr/>
            <p:nvPr/>
          </p:nvSpPr>
          <p:spPr>
            <a:xfrm>
              <a:off x="2260800" y="3600000"/>
              <a:ext cx="2421720" cy="50040"/>
            </a:xfrm>
            <a:custGeom>
              <a:avLst/>
              <a:gdLst>
                <a:gd name="textAreaLeft" fmla="*/ 0 w 2421720"/>
                <a:gd name="textAreaRight" fmla="*/ 2422080 w 2421720"/>
                <a:gd name="textAreaTop" fmla="*/ 0 h 50040"/>
                <a:gd name="textAreaBottom" fmla="*/ 50400 h 50040"/>
              </a:gdLst>
              <a:ahLst/>
              <a:rect l="textAreaLeft" t="textAreaTop" r="textAreaRight" b="textAreaBottom"/>
              <a:pathLst>
                <a:path w="1221105" h="25400">
                  <a:moveTo>
                    <a:pt x="0" y="25305"/>
                  </a:moveTo>
                  <a:lnTo>
                    <a:pt x="0" y="0"/>
                  </a:lnTo>
                  <a:lnTo>
                    <a:pt x="1220943" y="0"/>
                  </a:lnTo>
                  <a:lnTo>
                    <a:pt x="1220943" y="25305"/>
                  </a:lnTo>
                  <a:lnTo>
                    <a:pt x="0" y="25305"/>
                  </a:lnTo>
                  <a:close/>
                </a:path>
              </a:pathLst>
            </a:custGeom>
            <a:solidFill>
              <a:srgbClr val="006dbf"/>
            </a:solidFill>
            <a:ln w="0">
              <a:noFill/>
            </a:ln>
          </p:spPr>
          <p:style>
            <a:lnRef idx="0"/>
            <a:fillRef idx="0"/>
            <a:effectRef idx="0"/>
            <a:fontRef idx="minor"/>
          </p:style>
          <p:txBody>
            <a:bodyPr lIns="0" rIns="0" tIns="0" bIns="0" anchor="t">
              <a:noAutofit/>
            </a:bodyPr>
            <a:p>
              <a:pPr>
                <a:lnSpc>
                  <a:spcPct val="100000"/>
                </a:lnSpc>
                <a:tabLst>
                  <a:tab algn="l" pos="0"/>
                </a:tabLst>
              </a:pPr>
              <a:endParaRPr b="0" lang="en-US" sz="1400" spc="-1" strike="noStrike">
                <a:solidFill>
                  <a:srgbClr val="ffffff"/>
                </a:solidFill>
                <a:latin typeface="Arial"/>
              </a:endParaRPr>
            </a:p>
          </p:txBody>
        </p:sp>
        <p:sp>
          <p:nvSpPr>
            <p:cNvPr id="156" name="Google Shape;224;p26"/>
            <p:cNvSpPr/>
            <p:nvPr/>
          </p:nvSpPr>
          <p:spPr>
            <a:xfrm>
              <a:off x="2260800" y="3600000"/>
              <a:ext cx="2421720" cy="50040"/>
            </a:xfrm>
            <a:custGeom>
              <a:avLst/>
              <a:gdLst>
                <a:gd name="textAreaLeft" fmla="*/ 0 w 2421720"/>
                <a:gd name="textAreaRight" fmla="*/ 2422080 w 2421720"/>
                <a:gd name="textAreaTop" fmla="*/ 0 h 50040"/>
                <a:gd name="textAreaBottom" fmla="*/ 50400 h 50040"/>
              </a:gdLst>
              <a:ahLst/>
              <a:rect l="textAreaLeft" t="textAreaTop" r="textAreaRight" b="textAreaBottom"/>
              <a:pathLst>
                <a:path w="1221105" h="25400">
                  <a:moveTo>
                    <a:pt x="0" y="25305"/>
                  </a:moveTo>
                  <a:lnTo>
                    <a:pt x="0" y="0"/>
                  </a:lnTo>
                  <a:lnTo>
                    <a:pt x="1220943" y="0"/>
                  </a:lnTo>
                  <a:lnTo>
                    <a:pt x="1220943" y="25305"/>
                  </a:lnTo>
                  <a:lnTo>
                    <a:pt x="0" y="25305"/>
                  </a:lnTo>
                  <a:close/>
                </a:path>
              </a:pathLst>
            </a:custGeom>
            <a:solidFill>
              <a:srgbClr val="ffd966"/>
            </a:solidFill>
            <a:ln w="18875">
              <a:solidFill>
                <a:srgbClr val="f1c232"/>
              </a:solidFill>
              <a:round/>
            </a:ln>
          </p:spPr>
          <p:style>
            <a:lnRef idx="0"/>
            <a:fillRef idx="0"/>
            <a:effectRef idx="0"/>
            <a:fontRef idx="minor"/>
          </p:style>
          <p:txBody>
            <a:bodyPr lIns="0" rIns="0" tIns="0" bIns="0" anchor="t">
              <a:noAutofit/>
            </a:bodyPr>
            <a:p>
              <a:pPr>
                <a:lnSpc>
                  <a:spcPct val="100000"/>
                </a:lnSpc>
                <a:tabLst>
                  <a:tab algn="l" pos="0"/>
                </a:tabLst>
              </a:pPr>
              <a:endParaRPr b="0" lang="en-US" sz="1400" spc="-1" strike="noStrike">
                <a:solidFill>
                  <a:srgbClr val="000000"/>
                </a:solidFill>
                <a:latin typeface="Arial"/>
              </a:endParaRPr>
            </a:p>
          </p:txBody>
        </p:sp>
      </p:grpSp>
    </p:spTree>
  </p:cSld>
  <p:transition>
    <p:fade thruBlk="true"/>
  </p:transition>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 name="Google Shape;229;p27"/>
          <p:cNvSpPr/>
          <p:nvPr/>
        </p:nvSpPr>
        <p:spPr>
          <a:xfrm>
            <a:off x="0" y="0"/>
            <a:ext cx="9143640" cy="548280"/>
          </a:xfrm>
          <a:prstGeom prst="rect">
            <a:avLst/>
          </a:prstGeom>
          <a:solidFill>
            <a:srgbClr val="ffd966"/>
          </a:solidFill>
          <a:ln w="0">
            <a:noFill/>
          </a:ln>
          <a:effectLst>
            <a:outerShdw blurRad="39960" dir="5400000" dist="23040" rotWithShape="0">
              <a:srgbClr val="000000">
                <a:alpha val="35000"/>
              </a:srgbClr>
            </a:outerShdw>
          </a:effectLst>
        </p:spPr>
        <p:style>
          <a:lnRef idx="0"/>
          <a:fillRef idx="0"/>
          <a:effectRef idx="0"/>
          <a:fontRef idx="minor"/>
        </p:style>
        <p:txBody>
          <a:bodyPr anchor="ctr">
            <a:noAutofit/>
          </a:bodyPr>
          <a:p>
            <a:pPr algn="ctr">
              <a:lnSpc>
                <a:spcPct val="100000"/>
              </a:lnSpc>
              <a:tabLst>
                <a:tab algn="l" pos="0"/>
              </a:tabLst>
            </a:pPr>
            <a:endParaRPr b="0" lang="en-US" sz="1400" spc="-1" strike="noStrike">
              <a:solidFill>
                <a:srgbClr val="000000"/>
              </a:solidFill>
              <a:latin typeface="Arial"/>
            </a:endParaRPr>
          </a:p>
        </p:txBody>
      </p:sp>
      <p:sp>
        <p:nvSpPr>
          <p:cNvPr id="158" name="Google Shape;230;p27"/>
          <p:cNvSpPr/>
          <p:nvPr/>
        </p:nvSpPr>
        <p:spPr>
          <a:xfrm>
            <a:off x="0" y="6492240"/>
            <a:ext cx="9143640" cy="365400"/>
          </a:xfrm>
          <a:prstGeom prst="rect">
            <a:avLst/>
          </a:prstGeom>
          <a:solidFill>
            <a:srgbClr val="282828"/>
          </a:solidFill>
          <a:ln w="9525">
            <a:solidFill>
              <a:srgbClr val="4a7dba"/>
            </a:solidFill>
            <a:round/>
          </a:ln>
          <a:effectLst>
            <a:outerShdw blurRad="39960" dir="5400000" dist="23040" rotWithShape="0">
              <a:srgbClr val="000000">
                <a:alpha val="35000"/>
              </a:srgbClr>
            </a:outerShdw>
          </a:effectLst>
        </p:spPr>
        <p:style>
          <a:lnRef idx="0"/>
          <a:fillRef idx="0"/>
          <a:effectRef idx="0"/>
          <a:fontRef idx="minor"/>
        </p:style>
        <p:txBody>
          <a:bodyPr anchor="ctr">
            <a:noAutofit/>
          </a:bodyPr>
          <a:p>
            <a:pPr algn="ctr">
              <a:lnSpc>
                <a:spcPct val="100000"/>
              </a:lnSpc>
              <a:tabLst>
                <a:tab algn="l" pos="0"/>
              </a:tabLst>
            </a:pPr>
            <a:endParaRPr b="0" lang="en-US" sz="1400" spc="-1" strike="noStrike">
              <a:solidFill>
                <a:srgbClr val="ffffff"/>
              </a:solidFill>
              <a:latin typeface="Arial"/>
            </a:endParaRPr>
          </a:p>
        </p:txBody>
      </p:sp>
      <p:sp>
        <p:nvSpPr>
          <p:cNvPr id="159" name="Google Shape;231;p27"/>
          <p:cNvSpPr/>
          <p:nvPr/>
        </p:nvSpPr>
        <p:spPr>
          <a:xfrm>
            <a:off x="177840" y="963000"/>
            <a:ext cx="8965800" cy="4480200"/>
          </a:xfrm>
          <a:prstGeom prst="rect">
            <a:avLst/>
          </a:prstGeom>
          <a:noFill/>
          <a:ln w="0">
            <a:noFill/>
          </a:ln>
        </p:spPr>
        <p:style>
          <a:lnRef idx="0"/>
          <a:fillRef idx="0"/>
          <a:effectRef idx="0"/>
          <a:fontRef idx="minor"/>
        </p:style>
        <p:txBody>
          <a:bodyPr anchor="t">
            <a:spAutoFit/>
          </a:bodyPr>
          <a:p>
            <a:pPr marL="343080" indent="-343080">
              <a:lnSpc>
                <a:spcPct val="100000"/>
              </a:lnSpc>
              <a:buClr>
                <a:srgbClr val="000000"/>
              </a:buClr>
              <a:buFont typeface="Calibri"/>
              <a:buAutoNum type="arabicPeriod"/>
            </a:pPr>
            <a:r>
              <a:rPr b="0" lang="en-US" sz="1800" spc="-1" strike="noStrike">
                <a:solidFill>
                  <a:schemeClr val="dk1"/>
                </a:solidFill>
                <a:latin typeface="Calibri"/>
                <a:ea typeface="Calibri"/>
              </a:rPr>
              <a:t>Implementar el algoritmo de </a:t>
            </a:r>
            <a:r>
              <a:rPr b="0" i="1" lang="en-US" sz="1800" spc="-1" strike="noStrike">
                <a:solidFill>
                  <a:schemeClr val="dk1"/>
                </a:solidFill>
                <a:latin typeface="Calibri"/>
                <a:ea typeface="Calibri"/>
              </a:rPr>
              <a:t>búsqueda secuencial</a:t>
            </a:r>
            <a:r>
              <a:rPr b="0" lang="en-US" sz="1800" spc="-1" strike="noStrike">
                <a:solidFill>
                  <a:schemeClr val="dk1"/>
                </a:solidFill>
                <a:latin typeface="Calibri"/>
                <a:ea typeface="Calibri"/>
              </a:rPr>
              <a:t>, que toma una lista (no necesariamente ordenada) l y un elemento x y devuelve True en caso de x esté en l, y False en caso contrario.</a:t>
            </a:r>
            <a:endParaRPr b="0" lang="en-US" sz="1800" spc="-1" strike="noStrike">
              <a:solidFill>
                <a:srgbClr val="000000"/>
              </a:solidFill>
              <a:latin typeface="Arial"/>
            </a:endParaRPr>
          </a:p>
          <a:p>
            <a:pPr marL="343080" indent="-228600">
              <a:lnSpc>
                <a:spcPct val="100000"/>
              </a:lnSpc>
              <a:tabLst>
                <a:tab algn="l" pos="0"/>
              </a:tabLst>
            </a:pPr>
            <a:endParaRPr b="0" lang="en-US" sz="1800" spc="-1" strike="noStrike">
              <a:solidFill>
                <a:srgbClr val="000000"/>
              </a:solidFill>
              <a:latin typeface="Arial"/>
            </a:endParaRPr>
          </a:p>
          <a:p>
            <a:pPr>
              <a:lnSpc>
                <a:spcPct val="100000"/>
              </a:lnSpc>
              <a:tabLst>
                <a:tab algn="l" pos="0"/>
              </a:tabLst>
            </a:pPr>
            <a:r>
              <a:rPr b="0" lang="en-US" sz="1800" spc="-1" strike="noStrike">
                <a:solidFill>
                  <a:schemeClr val="dk1"/>
                </a:solidFill>
                <a:latin typeface="Calibri"/>
                <a:ea typeface="Calibri"/>
              </a:rPr>
              <a:t>2. Implementar el algoritmo </a:t>
            </a:r>
            <a:r>
              <a:rPr b="0" i="1" lang="en-US" sz="1800" spc="-1" strike="noStrike">
                <a:solidFill>
                  <a:schemeClr val="dk1"/>
                </a:solidFill>
                <a:latin typeface="Calibri"/>
                <a:ea typeface="Calibri"/>
              </a:rPr>
              <a:t>búsqueda binaria </a:t>
            </a:r>
            <a:r>
              <a:rPr b="0" lang="en-US" sz="1800" spc="-1" strike="noStrike">
                <a:solidFill>
                  <a:schemeClr val="dk1"/>
                </a:solidFill>
                <a:latin typeface="Calibri"/>
                <a:ea typeface="Calibri"/>
              </a:rPr>
              <a:t>de forma iterativa, que toma una lista ordenada (en forma ascendente) l y un elemento x (del tipo de los elementos de la lista) y devuelve True en caso que x esté en l, y False en caso contrario.</a:t>
            </a:r>
            <a:endParaRPr b="0" lang="en-US" sz="1800" spc="-1" strike="noStrike">
              <a:solidFill>
                <a:srgbClr val="000000"/>
              </a:solidFill>
              <a:latin typeface="Arial"/>
            </a:endParaRPr>
          </a:p>
          <a:p>
            <a:pPr>
              <a:lnSpc>
                <a:spcPct val="100000"/>
              </a:lnSpc>
              <a:tabLst>
                <a:tab algn="l" pos="0"/>
              </a:tabLst>
            </a:pPr>
            <a:endParaRPr b="0" lang="en-US" sz="1800" spc="-1" strike="noStrike">
              <a:solidFill>
                <a:srgbClr val="000000"/>
              </a:solidFill>
              <a:latin typeface="Arial"/>
            </a:endParaRPr>
          </a:p>
          <a:p>
            <a:pPr>
              <a:lnSpc>
                <a:spcPct val="100000"/>
              </a:lnSpc>
              <a:tabLst>
                <a:tab algn="l" pos="0"/>
              </a:tabLst>
            </a:pPr>
            <a:r>
              <a:rPr b="0" lang="en-US" sz="1800" spc="-1" strike="noStrike">
                <a:solidFill>
                  <a:schemeClr val="dk1"/>
                </a:solidFill>
                <a:latin typeface="Calibri"/>
                <a:ea typeface="Calibri"/>
              </a:rPr>
              <a:t>3. Implementar el algoritmo de </a:t>
            </a:r>
            <a:r>
              <a:rPr b="0" i="1" lang="en-US" sz="1800" spc="-1" strike="noStrike">
                <a:solidFill>
                  <a:schemeClr val="dk1"/>
                </a:solidFill>
                <a:latin typeface="Calibri"/>
                <a:ea typeface="Calibri"/>
              </a:rPr>
              <a:t>búsqueda binaria </a:t>
            </a:r>
            <a:r>
              <a:rPr b="0" lang="en-US" sz="1800" spc="-1" strike="noStrike">
                <a:solidFill>
                  <a:schemeClr val="dk1"/>
                </a:solidFill>
                <a:latin typeface="Calibri"/>
                <a:ea typeface="Calibri"/>
              </a:rPr>
              <a:t>usando recursión.</a:t>
            </a:r>
            <a:endParaRPr b="0" lang="en-US" sz="1800" spc="-1" strike="noStrike">
              <a:solidFill>
                <a:srgbClr val="000000"/>
              </a:solidFill>
              <a:latin typeface="Arial"/>
            </a:endParaRPr>
          </a:p>
          <a:p>
            <a:pPr>
              <a:lnSpc>
                <a:spcPct val="100000"/>
              </a:lnSpc>
              <a:tabLst>
                <a:tab algn="l" pos="0"/>
              </a:tabLst>
            </a:pPr>
            <a:r>
              <a:rPr b="0" i="1" lang="en-US" sz="1800" spc="-1" strike="noStrike">
                <a:solidFill>
                  <a:schemeClr val="dk1"/>
                </a:solidFill>
                <a:latin typeface="Calibri"/>
                <a:ea typeface="Calibri"/>
              </a:rPr>
              <a:t>Sugerencia, agregar parámetros adicionales a la función para indicar los límites </a:t>
            </a:r>
            <a:r>
              <a:rPr b="0" lang="en-US" sz="1800" spc="-1" strike="noStrike">
                <a:solidFill>
                  <a:schemeClr val="dk1"/>
                </a:solidFill>
                <a:latin typeface="Calibri"/>
                <a:ea typeface="Calibri"/>
              </a:rPr>
              <a:t>low y high.</a:t>
            </a:r>
            <a:endParaRPr b="0" lang="en-US" sz="1800" spc="-1" strike="noStrike">
              <a:solidFill>
                <a:srgbClr val="000000"/>
              </a:solidFill>
              <a:latin typeface="Arial"/>
            </a:endParaRPr>
          </a:p>
          <a:p>
            <a:pPr>
              <a:lnSpc>
                <a:spcPct val="100000"/>
              </a:lnSpc>
              <a:tabLst>
                <a:tab algn="l" pos="0"/>
              </a:tabLst>
            </a:pPr>
            <a:endParaRPr b="0" lang="en-US" sz="1800" spc="-1" strike="noStrike">
              <a:solidFill>
                <a:srgbClr val="000000"/>
              </a:solidFill>
              <a:latin typeface="Arial"/>
            </a:endParaRPr>
          </a:p>
          <a:p>
            <a:pPr>
              <a:lnSpc>
                <a:spcPct val="100000"/>
              </a:lnSpc>
              <a:tabLst>
                <a:tab algn="l" pos="0"/>
              </a:tabLst>
            </a:pPr>
            <a:r>
              <a:rPr b="0" i="1" lang="en-US" sz="1800" spc="-1" strike="noStrike">
                <a:solidFill>
                  <a:schemeClr val="dk1"/>
                </a:solidFill>
                <a:latin typeface="Calibri"/>
                <a:ea typeface="Calibri"/>
              </a:rPr>
              <a:t>def</a:t>
            </a:r>
            <a:r>
              <a:rPr b="0" lang="en-US" sz="1800" spc="-1" strike="noStrike">
                <a:solidFill>
                  <a:schemeClr val="dk1"/>
                </a:solidFill>
                <a:latin typeface="Calibri"/>
                <a:ea typeface="Calibri"/>
              </a:rPr>
              <a:t> busqueda_binaria_recursiva (l, x, low, high):</a:t>
            </a:r>
            <a:endParaRPr b="0" lang="en-US" sz="1800" spc="-1" strike="noStrike">
              <a:solidFill>
                <a:srgbClr val="000000"/>
              </a:solidFill>
              <a:latin typeface="Arial"/>
            </a:endParaRPr>
          </a:p>
          <a:p>
            <a:pPr>
              <a:lnSpc>
                <a:spcPct val="100000"/>
              </a:lnSpc>
              <a:tabLst>
                <a:tab algn="l" pos="0"/>
              </a:tabLst>
            </a:pPr>
            <a:r>
              <a:rPr b="0" lang="en-US" sz="1800" spc="-1" strike="noStrike">
                <a:solidFill>
                  <a:schemeClr val="dk1"/>
                </a:solidFill>
                <a:latin typeface="Calibri"/>
                <a:ea typeface="Calibri"/>
              </a:rPr>
              <a:t>	</a:t>
            </a:r>
            <a:r>
              <a:rPr b="0" lang="en-US" sz="1800" spc="-1" strike="noStrike">
                <a:solidFill>
                  <a:schemeClr val="dk1"/>
                </a:solidFill>
                <a:latin typeface="Calibri"/>
                <a:ea typeface="Calibri"/>
              </a:rPr>
              <a:t>Pass</a:t>
            </a:r>
            <a:endParaRPr b="0" lang="en-US" sz="1800" spc="-1" strike="noStrike">
              <a:solidFill>
                <a:srgbClr val="000000"/>
              </a:solidFill>
              <a:latin typeface="Arial"/>
            </a:endParaRPr>
          </a:p>
          <a:p>
            <a:pPr>
              <a:lnSpc>
                <a:spcPct val="100000"/>
              </a:lnSpc>
              <a:tabLst>
                <a:tab algn="l" pos="0"/>
              </a:tabLst>
            </a:pPr>
            <a:endParaRPr b="0" lang="en-US" sz="1800" spc="-1" strike="noStrike">
              <a:solidFill>
                <a:srgbClr val="000000"/>
              </a:solidFill>
              <a:latin typeface="Arial"/>
            </a:endParaRPr>
          </a:p>
          <a:p>
            <a:pPr>
              <a:lnSpc>
                <a:spcPct val="100000"/>
              </a:lnSpc>
              <a:tabLst>
                <a:tab algn="l" pos="0"/>
              </a:tabLst>
            </a:pPr>
            <a:r>
              <a:rPr b="0" lang="en-US" sz="1800" spc="-1" strike="noStrike">
                <a:solidFill>
                  <a:schemeClr val="dk1"/>
                </a:solidFill>
                <a:latin typeface="Calibri"/>
                <a:ea typeface="Calibri"/>
              </a:rPr>
              <a:t>4. Ejercicio 10.10.</a:t>
            </a:r>
            <a:endParaRPr b="0" lang="en-US" sz="1800" spc="-1" strike="noStrike">
              <a:solidFill>
                <a:srgbClr val="000000"/>
              </a:solidFill>
              <a:latin typeface="Arial"/>
            </a:endParaRPr>
          </a:p>
        </p:txBody>
      </p:sp>
      <p:pic>
        <p:nvPicPr>
          <p:cNvPr id="160" name="Google Shape;232;p27" descr="di_tella2.png"/>
          <p:cNvPicPr/>
          <p:nvPr/>
        </p:nvPicPr>
        <p:blipFill>
          <a:blip r:embed="rId1"/>
          <a:stretch/>
        </p:blipFill>
        <p:spPr>
          <a:xfrm>
            <a:off x="8325360" y="20160"/>
            <a:ext cx="818280" cy="507600"/>
          </a:xfrm>
          <a:prstGeom prst="rect">
            <a:avLst/>
          </a:prstGeom>
          <a:ln w="0">
            <a:noFill/>
          </a:ln>
        </p:spPr>
      </p:pic>
      <p:sp>
        <p:nvSpPr>
          <p:cNvPr id="161" name="Google Shape;233;p27"/>
          <p:cNvSpPr/>
          <p:nvPr/>
        </p:nvSpPr>
        <p:spPr>
          <a:xfrm>
            <a:off x="254160" y="190440"/>
            <a:ext cx="5714640" cy="36540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1800" spc="-1" strike="noStrike">
                <a:solidFill>
                  <a:srgbClr val="2d2d2d"/>
                </a:solidFill>
                <a:latin typeface="Calibri"/>
                <a:ea typeface="Calibri"/>
              </a:rPr>
              <a:t>Métodos Analíticos y Programación</a:t>
            </a:r>
            <a:endParaRPr b="0" lang="en-US" sz="1800" spc="-1" strike="noStrike">
              <a:solidFill>
                <a:srgbClr val="000000"/>
              </a:solidFill>
              <a:latin typeface="Arial"/>
            </a:endParaRPr>
          </a:p>
        </p:txBody>
      </p:sp>
      <p:sp>
        <p:nvSpPr>
          <p:cNvPr id="162" name="Google Shape;234;p27"/>
          <p:cNvSpPr/>
          <p:nvPr/>
        </p:nvSpPr>
        <p:spPr>
          <a:xfrm>
            <a:off x="177840" y="6513480"/>
            <a:ext cx="5714640" cy="30456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0" lang="en-US" sz="1400" spc="-1" strike="noStrike">
                <a:solidFill>
                  <a:srgbClr val="ffffff"/>
                </a:solidFill>
                <a:latin typeface="Calibri"/>
                <a:ea typeface="Calibri"/>
              </a:rPr>
              <a:t>Pablo J Piccoli Bornia</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 name="Google Shape;239;p28"/>
          <p:cNvSpPr/>
          <p:nvPr/>
        </p:nvSpPr>
        <p:spPr>
          <a:xfrm>
            <a:off x="0" y="0"/>
            <a:ext cx="9143640" cy="548280"/>
          </a:xfrm>
          <a:prstGeom prst="rect">
            <a:avLst/>
          </a:prstGeom>
          <a:solidFill>
            <a:srgbClr val="ffd966"/>
          </a:solidFill>
          <a:ln w="0">
            <a:noFill/>
          </a:ln>
          <a:effectLst>
            <a:outerShdw blurRad="39960" dir="5400000" dist="23040" rotWithShape="0">
              <a:srgbClr val="000000">
                <a:alpha val="35000"/>
              </a:srgbClr>
            </a:outerShdw>
          </a:effectLst>
        </p:spPr>
        <p:style>
          <a:lnRef idx="0"/>
          <a:fillRef idx="0"/>
          <a:effectRef idx="0"/>
          <a:fontRef idx="minor"/>
        </p:style>
        <p:txBody>
          <a:bodyPr anchor="ctr">
            <a:noAutofit/>
          </a:bodyPr>
          <a:p>
            <a:pPr algn="ctr">
              <a:lnSpc>
                <a:spcPct val="100000"/>
              </a:lnSpc>
              <a:tabLst>
                <a:tab algn="l" pos="0"/>
              </a:tabLst>
            </a:pPr>
            <a:endParaRPr b="0" lang="en-US" sz="1400" spc="-1" strike="noStrike">
              <a:solidFill>
                <a:srgbClr val="000000"/>
              </a:solidFill>
              <a:latin typeface="Arial"/>
            </a:endParaRPr>
          </a:p>
        </p:txBody>
      </p:sp>
      <p:sp>
        <p:nvSpPr>
          <p:cNvPr id="164" name="Google Shape;240;p28"/>
          <p:cNvSpPr/>
          <p:nvPr/>
        </p:nvSpPr>
        <p:spPr>
          <a:xfrm>
            <a:off x="0" y="6492240"/>
            <a:ext cx="9143640" cy="365400"/>
          </a:xfrm>
          <a:prstGeom prst="rect">
            <a:avLst/>
          </a:prstGeom>
          <a:solidFill>
            <a:srgbClr val="282828"/>
          </a:solidFill>
          <a:ln w="9525">
            <a:solidFill>
              <a:srgbClr val="4a7dba"/>
            </a:solidFill>
            <a:round/>
          </a:ln>
          <a:effectLst>
            <a:outerShdw blurRad="39960" dir="5400000" dist="23040" rotWithShape="0">
              <a:srgbClr val="000000">
                <a:alpha val="35000"/>
              </a:srgbClr>
            </a:outerShdw>
          </a:effectLst>
        </p:spPr>
        <p:style>
          <a:lnRef idx="0"/>
          <a:fillRef idx="0"/>
          <a:effectRef idx="0"/>
          <a:fontRef idx="minor"/>
        </p:style>
        <p:txBody>
          <a:bodyPr anchor="ctr">
            <a:noAutofit/>
          </a:bodyPr>
          <a:p>
            <a:pPr algn="ctr">
              <a:lnSpc>
                <a:spcPct val="100000"/>
              </a:lnSpc>
              <a:tabLst>
                <a:tab algn="l" pos="0"/>
              </a:tabLst>
            </a:pPr>
            <a:endParaRPr b="0" lang="en-US" sz="1400" spc="-1" strike="noStrike">
              <a:solidFill>
                <a:srgbClr val="ffffff"/>
              </a:solidFill>
              <a:latin typeface="Arial"/>
            </a:endParaRPr>
          </a:p>
        </p:txBody>
      </p:sp>
      <p:pic>
        <p:nvPicPr>
          <p:cNvPr id="165" name="Google Shape;241;p28" descr="di_tella2.png"/>
          <p:cNvPicPr/>
          <p:nvPr/>
        </p:nvPicPr>
        <p:blipFill>
          <a:blip r:embed="rId1"/>
          <a:stretch/>
        </p:blipFill>
        <p:spPr>
          <a:xfrm>
            <a:off x="8325360" y="20160"/>
            <a:ext cx="818280" cy="507600"/>
          </a:xfrm>
          <a:prstGeom prst="rect">
            <a:avLst/>
          </a:prstGeom>
          <a:ln w="0">
            <a:noFill/>
          </a:ln>
        </p:spPr>
      </p:pic>
      <p:sp>
        <p:nvSpPr>
          <p:cNvPr id="166" name="Google Shape;242;p28"/>
          <p:cNvSpPr/>
          <p:nvPr/>
        </p:nvSpPr>
        <p:spPr>
          <a:xfrm>
            <a:off x="254160" y="190440"/>
            <a:ext cx="5714640" cy="36540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1800" spc="-1" strike="noStrike">
                <a:solidFill>
                  <a:srgbClr val="2d2d2d"/>
                </a:solidFill>
                <a:latin typeface="Calibri"/>
                <a:ea typeface="Calibri"/>
              </a:rPr>
              <a:t>Métodos Analíticos y Programación</a:t>
            </a:r>
            <a:endParaRPr b="0" lang="en-US" sz="1800" spc="-1" strike="noStrike">
              <a:solidFill>
                <a:srgbClr val="000000"/>
              </a:solidFill>
              <a:latin typeface="Arial"/>
            </a:endParaRPr>
          </a:p>
        </p:txBody>
      </p:sp>
      <p:sp>
        <p:nvSpPr>
          <p:cNvPr id="167" name="Google Shape;243;p28"/>
          <p:cNvSpPr/>
          <p:nvPr/>
        </p:nvSpPr>
        <p:spPr>
          <a:xfrm>
            <a:off x="177840" y="6492240"/>
            <a:ext cx="5714640" cy="30456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0" lang="en-US" sz="1400" spc="-1" strike="noStrike">
                <a:solidFill>
                  <a:srgbClr val="ffffff"/>
                </a:solidFill>
                <a:latin typeface="Calibri"/>
                <a:ea typeface="Calibri"/>
              </a:rPr>
              <a:t>Pablo J Piccoli Bornia</a:t>
            </a:r>
            <a:endParaRPr b="0" lang="en-US" sz="1400" spc="-1" strike="noStrike">
              <a:solidFill>
                <a:srgbClr val="000000"/>
              </a:solidFill>
              <a:latin typeface="Arial"/>
            </a:endParaRPr>
          </a:p>
        </p:txBody>
      </p:sp>
      <p:sp>
        <p:nvSpPr>
          <p:cNvPr id="168" name="Google Shape;244;p28"/>
          <p:cNvSpPr/>
          <p:nvPr/>
        </p:nvSpPr>
        <p:spPr>
          <a:xfrm>
            <a:off x="569520" y="1052280"/>
            <a:ext cx="8194680" cy="435996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0" lang="en-US" sz="2000" spc="-1" strike="noStrike">
                <a:solidFill>
                  <a:srgbClr val="0000ff"/>
                </a:solidFill>
                <a:latin typeface="Arial"/>
                <a:ea typeface="Arial"/>
              </a:rPr>
              <a:t>def </a:t>
            </a:r>
            <a:r>
              <a:rPr b="0" lang="en-US" sz="2000" spc="-1" strike="noStrike">
                <a:solidFill>
                  <a:srgbClr val="333333"/>
                </a:solidFill>
                <a:latin typeface="Arial"/>
                <a:ea typeface="Arial"/>
              </a:rPr>
              <a:t>busqueda_binaria ( l , t a r g e t ) :</a:t>
            </a:r>
            <a:endParaRPr b="0" lang="en-US" sz="2000" spc="-1" strike="noStrike">
              <a:solidFill>
                <a:srgbClr val="000000"/>
              </a:solidFill>
              <a:latin typeface="Arial"/>
            </a:endParaRPr>
          </a:p>
          <a:p>
            <a:pPr marL="457200">
              <a:lnSpc>
                <a:spcPct val="100000"/>
              </a:lnSpc>
              <a:tabLst>
                <a:tab algn="l" pos="0"/>
              </a:tabLst>
            </a:pPr>
            <a:r>
              <a:rPr b="0" lang="en-US" sz="2000" spc="-1" strike="noStrike">
                <a:solidFill>
                  <a:srgbClr val="009a00"/>
                </a:solidFill>
                <a:latin typeface="Arial"/>
                <a:ea typeface="Arial"/>
              </a:rPr>
              <a:t># Inicializamos las variables del intervalo.</a:t>
            </a:r>
            <a:endParaRPr b="0" lang="en-US" sz="2000" spc="-1" strike="noStrike">
              <a:solidFill>
                <a:srgbClr val="000000"/>
              </a:solidFill>
              <a:latin typeface="Arial"/>
            </a:endParaRPr>
          </a:p>
          <a:p>
            <a:pPr marL="457200">
              <a:lnSpc>
                <a:spcPct val="100000"/>
              </a:lnSpc>
              <a:tabLst>
                <a:tab algn="l" pos="0"/>
              </a:tabLst>
            </a:pPr>
            <a:r>
              <a:rPr b="0" lang="en-US" sz="2000" spc="-1" strike="noStrike">
                <a:solidFill>
                  <a:srgbClr val="333333"/>
                </a:solidFill>
                <a:latin typeface="Arial"/>
                <a:ea typeface="Arial"/>
              </a:rPr>
              <a:t>low = 0</a:t>
            </a:r>
            <a:endParaRPr b="0" lang="en-US" sz="2000" spc="-1" strike="noStrike">
              <a:solidFill>
                <a:srgbClr val="000000"/>
              </a:solidFill>
              <a:latin typeface="Arial"/>
            </a:endParaRPr>
          </a:p>
          <a:p>
            <a:pPr marL="457200">
              <a:lnSpc>
                <a:spcPct val="100000"/>
              </a:lnSpc>
              <a:tabLst>
                <a:tab algn="l" pos="0"/>
              </a:tabLst>
            </a:pPr>
            <a:r>
              <a:rPr b="0" lang="en-US" sz="2000" spc="-1" strike="noStrike">
                <a:solidFill>
                  <a:srgbClr val="333333"/>
                </a:solidFill>
                <a:latin typeface="Arial"/>
                <a:ea typeface="Arial"/>
              </a:rPr>
              <a:t>high = </a:t>
            </a:r>
            <a:r>
              <a:rPr b="0" lang="en-US" sz="2000" spc="-1" strike="noStrike">
                <a:solidFill>
                  <a:srgbClr val="0000ff"/>
                </a:solidFill>
                <a:latin typeface="Arial"/>
                <a:ea typeface="Arial"/>
              </a:rPr>
              <a:t>len </a:t>
            </a:r>
            <a:r>
              <a:rPr b="0" lang="en-US" sz="2000" spc="-1" strike="noStrike">
                <a:solidFill>
                  <a:srgbClr val="333333"/>
                </a:solidFill>
                <a:latin typeface="Arial"/>
                <a:ea typeface="Arial"/>
              </a:rPr>
              <a:t>( l )􀀀1</a:t>
            </a:r>
            <a:endParaRPr b="0" lang="en-US" sz="2000" spc="-1" strike="noStrike">
              <a:solidFill>
                <a:srgbClr val="000000"/>
              </a:solidFill>
              <a:latin typeface="Arial"/>
            </a:endParaRPr>
          </a:p>
          <a:p>
            <a:pPr marL="457200">
              <a:lnSpc>
                <a:spcPct val="100000"/>
              </a:lnSpc>
              <a:tabLst>
                <a:tab algn="l" pos="0"/>
              </a:tabLst>
            </a:pPr>
            <a:r>
              <a:rPr b="0" lang="en-US" sz="2000" spc="-1" strike="noStrike">
                <a:solidFill>
                  <a:srgbClr val="0000ff"/>
                </a:solidFill>
                <a:latin typeface="Arial"/>
                <a:ea typeface="Arial"/>
              </a:rPr>
              <a:t>while </a:t>
            </a:r>
            <a:r>
              <a:rPr b="0" lang="en-US" sz="2000" spc="-1" strike="noStrike">
                <a:solidFill>
                  <a:srgbClr val="333333"/>
                </a:solidFill>
                <a:latin typeface="Arial"/>
                <a:ea typeface="Arial"/>
              </a:rPr>
              <a:t>low &lt;= high :</a:t>
            </a:r>
            <a:endParaRPr b="0" lang="en-US" sz="2000" spc="-1" strike="noStrike">
              <a:solidFill>
                <a:srgbClr val="000000"/>
              </a:solidFill>
              <a:latin typeface="Arial"/>
            </a:endParaRPr>
          </a:p>
          <a:p>
            <a:pPr marL="914400">
              <a:lnSpc>
                <a:spcPct val="100000"/>
              </a:lnSpc>
              <a:tabLst>
                <a:tab algn="l" pos="0"/>
              </a:tabLst>
            </a:pPr>
            <a:r>
              <a:rPr b="0" lang="en-US" sz="2000" spc="-1" strike="noStrike">
                <a:solidFill>
                  <a:srgbClr val="333333"/>
                </a:solidFill>
                <a:latin typeface="Arial"/>
                <a:ea typeface="Arial"/>
              </a:rPr>
              <a:t>mid = low + </a:t>
            </a:r>
            <a:r>
              <a:rPr b="0" lang="en-US" sz="2000" spc="-1" strike="noStrike">
                <a:solidFill>
                  <a:srgbClr val="0000ff"/>
                </a:solidFill>
                <a:latin typeface="Arial"/>
                <a:ea typeface="Arial"/>
              </a:rPr>
              <a:t>i n t </a:t>
            </a:r>
            <a:r>
              <a:rPr b="0" lang="en-US" sz="2000" spc="-1" strike="noStrike">
                <a:solidFill>
                  <a:srgbClr val="333333"/>
                </a:solidFill>
                <a:latin typeface="Arial"/>
                <a:ea typeface="Arial"/>
              </a:rPr>
              <a:t>( ( high 􀀀 low) /2)</a:t>
            </a:r>
            <a:endParaRPr b="0" lang="en-US" sz="2000" spc="-1" strike="noStrike">
              <a:solidFill>
                <a:srgbClr val="000000"/>
              </a:solidFill>
              <a:latin typeface="Arial"/>
            </a:endParaRPr>
          </a:p>
          <a:p>
            <a:pPr marL="914400">
              <a:lnSpc>
                <a:spcPct val="100000"/>
              </a:lnSpc>
              <a:tabLst>
                <a:tab algn="l" pos="0"/>
              </a:tabLst>
            </a:pPr>
            <a:r>
              <a:rPr b="0" lang="en-US" sz="2000" spc="-1" strike="noStrike">
                <a:solidFill>
                  <a:srgbClr val="0000ff"/>
                </a:solidFill>
                <a:latin typeface="Arial"/>
                <a:ea typeface="Arial"/>
              </a:rPr>
              <a:t>if </a:t>
            </a:r>
            <a:r>
              <a:rPr b="0" lang="en-US" sz="2000" spc="-1" strike="noStrike">
                <a:solidFill>
                  <a:srgbClr val="333333"/>
                </a:solidFill>
                <a:latin typeface="Arial"/>
                <a:ea typeface="Arial"/>
              </a:rPr>
              <a:t>l [mid] == t a r g e t :</a:t>
            </a:r>
            <a:endParaRPr b="0" lang="en-US" sz="2000" spc="-1" strike="noStrike">
              <a:solidFill>
                <a:srgbClr val="000000"/>
              </a:solidFill>
              <a:latin typeface="Arial"/>
            </a:endParaRPr>
          </a:p>
          <a:p>
            <a:pPr marL="1371600">
              <a:lnSpc>
                <a:spcPct val="100000"/>
              </a:lnSpc>
              <a:tabLst>
                <a:tab algn="l" pos="0"/>
              </a:tabLst>
            </a:pPr>
            <a:r>
              <a:rPr b="0" lang="en-US" sz="2000" spc="-1" strike="noStrike">
                <a:solidFill>
                  <a:srgbClr val="0000ff"/>
                </a:solidFill>
                <a:latin typeface="Arial"/>
                <a:ea typeface="Arial"/>
              </a:rPr>
              <a:t>return </a:t>
            </a:r>
            <a:r>
              <a:rPr b="0" lang="en-US" sz="2000" spc="-1" strike="noStrike">
                <a:solidFill>
                  <a:srgbClr val="333333"/>
                </a:solidFill>
                <a:latin typeface="Arial"/>
                <a:ea typeface="Arial"/>
              </a:rPr>
              <a:t>True </a:t>
            </a:r>
            <a:r>
              <a:rPr b="0" lang="en-US" sz="2000" spc="-1" strike="noStrike">
                <a:solidFill>
                  <a:srgbClr val="009a00"/>
                </a:solidFill>
                <a:latin typeface="Arial"/>
                <a:ea typeface="Arial"/>
              </a:rPr>
              <a:t># Si es el mismo valor, lo encontramos .</a:t>
            </a:r>
            <a:endParaRPr b="0" lang="en-US" sz="2000" spc="-1" strike="noStrike">
              <a:solidFill>
                <a:srgbClr val="000000"/>
              </a:solidFill>
              <a:latin typeface="Arial"/>
            </a:endParaRPr>
          </a:p>
          <a:p>
            <a:pPr marL="914400">
              <a:lnSpc>
                <a:spcPct val="100000"/>
              </a:lnSpc>
              <a:tabLst>
                <a:tab algn="l" pos="0"/>
              </a:tabLst>
            </a:pPr>
            <a:r>
              <a:rPr b="0" lang="en-US" sz="2000" spc="-1" strike="noStrike">
                <a:solidFill>
                  <a:srgbClr val="0000ff"/>
                </a:solidFill>
                <a:latin typeface="Arial"/>
                <a:ea typeface="Arial"/>
              </a:rPr>
              <a:t>elif </a:t>
            </a:r>
            <a:r>
              <a:rPr b="0" lang="en-US" sz="2000" spc="-1" strike="noStrike">
                <a:solidFill>
                  <a:srgbClr val="333333"/>
                </a:solidFill>
                <a:latin typeface="Arial"/>
                <a:ea typeface="Arial"/>
              </a:rPr>
              <a:t>l [mid] &lt; t a r g e t :</a:t>
            </a:r>
            <a:endParaRPr b="0" lang="en-US" sz="2000" spc="-1" strike="noStrike">
              <a:solidFill>
                <a:srgbClr val="000000"/>
              </a:solidFill>
              <a:latin typeface="Arial"/>
            </a:endParaRPr>
          </a:p>
          <a:p>
            <a:pPr marL="1371600">
              <a:lnSpc>
                <a:spcPct val="100000"/>
              </a:lnSpc>
              <a:tabLst>
                <a:tab algn="l" pos="0"/>
              </a:tabLst>
            </a:pPr>
            <a:r>
              <a:rPr b="0" lang="en-US" sz="2000" spc="-1" strike="noStrike">
                <a:solidFill>
                  <a:srgbClr val="333333"/>
                </a:solidFill>
                <a:latin typeface="Arial"/>
                <a:ea typeface="Arial"/>
              </a:rPr>
              <a:t>low = mid+1 </a:t>
            </a:r>
            <a:r>
              <a:rPr b="0" lang="en-US" sz="2000" spc="-1" strike="noStrike">
                <a:solidFill>
                  <a:srgbClr val="009a00"/>
                </a:solidFill>
                <a:latin typeface="Arial"/>
                <a:ea typeface="Arial"/>
              </a:rPr>
              <a:t># Descartamos valores menores a target</a:t>
            </a:r>
            <a:endParaRPr b="0" lang="en-US" sz="2000" spc="-1" strike="noStrike">
              <a:solidFill>
                <a:srgbClr val="000000"/>
              </a:solidFill>
              <a:latin typeface="Arial"/>
            </a:endParaRPr>
          </a:p>
          <a:p>
            <a:pPr marL="914400">
              <a:lnSpc>
                <a:spcPct val="100000"/>
              </a:lnSpc>
              <a:tabLst>
                <a:tab algn="l" pos="0"/>
              </a:tabLst>
            </a:pPr>
            <a:r>
              <a:rPr b="0" lang="en-US" sz="2000" spc="-1" strike="noStrike">
                <a:solidFill>
                  <a:srgbClr val="0000ff"/>
                </a:solidFill>
                <a:latin typeface="Arial"/>
                <a:ea typeface="Arial"/>
              </a:rPr>
              <a:t>else</a:t>
            </a:r>
            <a:r>
              <a:rPr b="0" lang="en-US" sz="2000" spc="-1" strike="noStrike">
                <a:solidFill>
                  <a:srgbClr val="333333"/>
                </a:solidFill>
                <a:latin typeface="Arial"/>
                <a:ea typeface="Arial"/>
              </a:rPr>
              <a:t>:</a:t>
            </a:r>
            <a:endParaRPr b="0" lang="en-US" sz="2000" spc="-1" strike="noStrike">
              <a:solidFill>
                <a:srgbClr val="000000"/>
              </a:solidFill>
              <a:latin typeface="Arial"/>
            </a:endParaRPr>
          </a:p>
          <a:p>
            <a:pPr marL="914400">
              <a:lnSpc>
                <a:spcPct val="100000"/>
              </a:lnSpc>
              <a:tabLst>
                <a:tab algn="l" pos="0"/>
              </a:tabLst>
            </a:pPr>
            <a:r>
              <a:rPr b="0" lang="en-US" sz="2000" spc="-1" strike="noStrike">
                <a:solidFill>
                  <a:srgbClr val="333333"/>
                </a:solidFill>
                <a:latin typeface="Arial"/>
                <a:ea typeface="Arial"/>
              </a:rPr>
              <a:t>	</a:t>
            </a:r>
            <a:r>
              <a:rPr b="0" lang="en-US" sz="2000" spc="-1" strike="noStrike">
                <a:solidFill>
                  <a:srgbClr val="333333"/>
                </a:solidFill>
                <a:latin typeface="Arial"/>
                <a:ea typeface="Arial"/>
              </a:rPr>
              <a:t>high = mid-1 </a:t>
            </a:r>
            <a:r>
              <a:rPr b="0" lang="en-US" sz="2000" spc="-1" strike="noStrike">
                <a:solidFill>
                  <a:srgbClr val="009a00"/>
                </a:solidFill>
                <a:latin typeface="Arial"/>
                <a:ea typeface="Arial"/>
              </a:rPr>
              <a:t># Descartamos valores mayores a target</a:t>
            </a:r>
            <a:endParaRPr b="0" lang="en-US" sz="2000" spc="-1" strike="noStrike">
              <a:solidFill>
                <a:srgbClr val="000000"/>
              </a:solidFill>
              <a:latin typeface="Arial"/>
            </a:endParaRPr>
          </a:p>
          <a:p>
            <a:pPr marL="914400">
              <a:lnSpc>
                <a:spcPct val="100000"/>
              </a:lnSpc>
              <a:tabLst>
                <a:tab algn="l" pos="0"/>
              </a:tabLst>
            </a:pPr>
            <a:r>
              <a:rPr b="0" lang="en-US" sz="2000" spc="-1" strike="noStrike">
                <a:solidFill>
                  <a:srgbClr val="0000ff"/>
                </a:solidFill>
                <a:latin typeface="Arial"/>
                <a:ea typeface="Arial"/>
              </a:rPr>
              <a:t>return </a:t>
            </a:r>
            <a:r>
              <a:rPr b="0" lang="en-US" sz="2000" spc="-1" strike="noStrike">
                <a:solidFill>
                  <a:srgbClr val="333333"/>
                </a:solidFill>
                <a:latin typeface="Arial"/>
                <a:ea typeface="Arial"/>
              </a:rPr>
              <a:t>Fal s e </a:t>
            </a:r>
            <a:r>
              <a:rPr b="0" lang="en-US" sz="2000" spc="-1" strike="noStrike">
                <a:solidFill>
                  <a:srgbClr val="009a00"/>
                </a:solidFill>
                <a:latin typeface="Arial"/>
                <a:ea typeface="Arial"/>
              </a:rPr>
              <a:t># Termino e l while , low &gt; high . target no esta en l .</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2</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cp:lastPrinted>2026-03-15T16:18:38Z</cp:lastPrinted>
  <dcterms:modified xsi:type="dcterms:W3CDTF">2026-03-15T16:19:21Z</dcterms:modified>
  <cp:revision>2</cp:revision>
  <dc:subject/>
  <dc:title/>
</cp:coreProperties>
</file>