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2c363e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c32c363ecf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857959e2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857959e2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d650937c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ed650937c3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d650937c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ed650937c3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d650937c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ed650937c3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650937c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ed650937c3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ollama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35000" y="190500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 1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 taller, corriendo modelos de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35000" y="3556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35000" y="4318000"/>
            <a:ext cx="8496300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 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Ollama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Instalación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01975" y="1719150"/>
            <a:ext cx="8829300" cy="52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 esta página se descarga el framework: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https://ollama.com/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Luego instalar la librería de python: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pip install ollama  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Luego, para descargar modelos desde terminal se usa </a:t>
            </a:r>
            <a:r>
              <a:rPr b="1" lang="en-US" sz="2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ollama pull</a:t>
            </a:r>
            <a:endParaRPr b="1" sz="20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Ollama pull tinyllama → 0,6 GB aprox</a:t>
            </a:r>
            <a:endParaRPr b="1" sz="20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Ollama pull llama3 (opcional) → 4,7 GB</a:t>
            </a:r>
            <a:endParaRPr b="1" sz="20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Ollama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301975" y="1719150"/>
            <a:ext cx="88293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Ollama es una herramienta diseñada para ejecutar modelos de lenguaje (LLMs) de manera local en tu propia computadora, sin depender de servicios en la nube como OpenAI (ChatGPT) o Google (Gemini).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Esto implica que los modelos de Ollama son: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Privados: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todo sucede en tu compu, no estás compartiendo datos.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Gratis: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nada de tokens ni suscripciones.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Limitados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la fuente de datos de los modelos de Ollama es el modelo mismo que descargás. El mismo fue entrenado y deployado en cierto momento y así quedó. El modelo descargado es incapaz de usar internet como fuente de datos per-se. No está constantemente re-entrenándose tampoco (como si lo hacen las IA comerciales)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Qué estás descargando al usar Ollama?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301975" y="1719150"/>
            <a:ext cx="882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 pullear modelos de Ollama est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ás descargando justamente eso: un modelo. Por dentro, estos modelos son una serie de matrices enormes que representan “conexiones” que permiten interpretar texto y generar una respuesta.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Desde un punto de vista un poco más técnico, estos modelos son </a:t>
            </a: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redes neuronales 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ontenidas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dentro de archivos de extensión .gguf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 1: Tinyllama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301975" y="1719150"/>
            <a:ext cx="8829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Crear un agente y un script de python que le de uso a dicho agente. Explorar la limitación grande que tiene este modelo (mala performance). Pensar una situación en la cual un modelo así de básico podría servir de algo.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 2: llama3 (opcional)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01975" y="1719150"/>
            <a:ext cx="8829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 te decidís a gastar 4,7GB de almacenamiento en bajarte llama3, recrear el script de ejemplo pero agregando más agentes y creando una mini-obra de teatro.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Ej: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 agentes: 2 jugadores de futbol que discuten y un referi que solo interviene si hay agresión entre ellos.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 agentes: 4 personas que están jugando una partida de Catan.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 agentes: Milei,Lula,Kast,Orsi, Peña y Paz-Pereira discutiendo el destino del Cono Sur.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